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32918400" cx="402336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747775"/>
          </p15:clr>
        </p15:guide>
        <p15:guide id="2" pos="12672">
          <p15:clr>
            <a:srgbClr val="747775"/>
          </p15:clr>
        </p15:guide>
      </p15:sldGuideLst>
    </p:ext>
    <p:ext uri="GoogleSlidesCustomDataVersion2">
      <go:slidesCustomData xmlns:go="http://customooxmlschemas.google.com/" r:id="rId8" roundtripDataSignature="AMtx7mhhYd/7PzVO15FGLUEH+heuvMkS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84D111-6EDE-40C7-AC2C-FFC02A35C001}">
  <a:tblStyle styleId="{7684D111-6EDE-40C7-AC2C-FFC02A35C001}"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Arial"/>
          <a:ea typeface="Arial"/>
          <a:cs typeface="Arial"/>
        </a:font>
        <a:schemeClr val="lt1"/>
      </a:tcTxStyle>
      <a:tcStyle>
        <a:fill>
          <a:solidFill>
            <a:schemeClr val="dk1"/>
          </a:solidFill>
        </a:fill>
      </a:tcStyle>
    </a:lastCol>
    <a:firstCol>
      <a:tcTxStyle b="on" i="off">
        <a:font>
          <a:latin typeface="Arial"/>
          <a:ea typeface="Arial"/>
          <a:cs typeface="Arial"/>
        </a:font>
        <a:schemeClr val="lt1"/>
      </a:tcTxStyle>
      <a:tcStyle>
        <a:fill>
          <a:solidFill>
            <a:schemeClr val="dk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dk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dk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267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33816" y="685800"/>
            <a:ext cx="4191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1333500" y="685800"/>
            <a:ext cx="4191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100"/>
              <a:buNone/>
            </a:pPr>
            <a:r>
              <a:t/>
            </a:r>
            <a:endParaRPr sz="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
          <p:cNvSpPr txBox="1"/>
          <p:nvPr>
            <p:ph type="ctrTitle"/>
          </p:nvPr>
        </p:nvSpPr>
        <p:spPr>
          <a:xfrm>
            <a:off x="1371517" y="4765280"/>
            <a:ext cx="37491300" cy="13135500"/>
          </a:xfrm>
          <a:prstGeom prst="rect">
            <a:avLst/>
          </a:prstGeom>
          <a:noFill/>
          <a:ln>
            <a:noFill/>
          </a:ln>
        </p:spPr>
        <p:txBody>
          <a:bodyPr anchorCtr="0" anchor="b" bIns="506550" lIns="506550" spcFirstLastPara="1" rIns="506550" wrap="square" tIns="506550">
            <a:normAutofit/>
          </a:bodyPr>
          <a:lstStyle>
            <a:lvl1pPr lvl="0" algn="ctr">
              <a:lnSpc>
                <a:spcPct val="100000"/>
              </a:lnSpc>
              <a:spcBef>
                <a:spcPts val="0"/>
              </a:spcBef>
              <a:spcAft>
                <a:spcPts val="0"/>
              </a:spcAft>
              <a:buSzPts val="28600"/>
              <a:buNone/>
              <a:defRPr sz="28600"/>
            </a:lvl1pPr>
            <a:lvl2pPr lvl="1" algn="ctr">
              <a:lnSpc>
                <a:spcPct val="100000"/>
              </a:lnSpc>
              <a:spcBef>
                <a:spcPts val="0"/>
              </a:spcBef>
              <a:spcAft>
                <a:spcPts val="0"/>
              </a:spcAft>
              <a:buSzPts val="28600"/>
              <a:buNone/>
              <a:defRPr sz="28600"/>
            </a:lvl2pPr>
            <a:lvl3pPr lvl="2" algn="ctr">
              <a:lnSpc>
                <a:spcPct val="100000"/>
              </a:lnSpc>
              <a:spcBef>
                <a:spcPts val="0"/>
              </a:spcBef>
              <a:spcAft>
                <a:spcPts val="0"/>
              </a:spcAft>
              <a:buSzPts val="28600"/>
              <a:buNone/>
              <a:defRPr sz="28600"/>
            </a:lvl3pPr>
            <a:lvl4pPr lvl="3" algn="ctr">
              <a:lnSpc>
                <a:spcPct val="100000"/>
              </a:lnSpc>
              <a:spcBef>
                <a:spcPts val="0"/>
              </a:spcBef>
              <a:spcAft>
                <a:spcPts val="0"/>
              </a:spcAft>
              <a:buSzPts val="28600"/>
              <a:buNone/>
              <a:defRPr sz="28600"/>
            </a:lvl4pPr>
            <a:lvl5pPr lvl="4" algn="ctr">
              <a:lnSpc>
                <a:spcPct val="100000"/>
              </a:lnSpc>
              <a:spcBef>
                <a:spcPts val="0"/>
              </a:spcBef>
              <a:spcAft>
                <a:spcPts val="0"/>
              </a:spcAft>
              <a:buSzPts val="28600"/>
              <a:buNone/>
              <a:defRPr sz="28600"/>
            </a:lvl5pPr>
            <a:lvl6pPr lvl="5" algn="ctr">
              <a:lnSpc>
                <a:spcPct val="100000"/>
              </a:lnSpc>
              <a:spcBef>
                <a:spcPts val="0"/>
              </a:spcBef>
              <a:spcAft>
                <a:spcPts val="0"/>
              </a:spcAft>
              <a:buSzPts val="28600"/>
              <a:buNone/>
              <a:defRPr sz="28600"/>
            </a:lvl6pPr>
            <a:lvl7pPr lvl="6" algn="ctr">
              <a:lnSpc>
                <a:spcPct val="100000"/>
              </a:lnSpc>
              <a:spcBef>
                <a:spcPts val="0"/>
              </a:spcBef>
              <a:spcAft>
                <a:spcPts val="0"/>
              </a:spcAft>
              <a:buSzPts val="28600"/>
              <a:buNone/>
              <a:defRPr sz="28600"/>
            </a:lvl7pPr>
            <a:lvl8pPr lvl="7" algn="ctr">
              <a:lnSpc>
                <a:spcPct val="100000"/>
              </a:lnSpc>
              <a:spcBef>
                <a:spcPts val="0"/>
              </a:spcBef>
              <a:spcAft>
                <a:spcPts val="0"/>
              </a:spcAft>
              <a:buSzPts val="28600"/>
              <a:buNone/>
              <a:defRPr sz="28600"/>
            </a:lvl8pPr>
            <a:lvl9pPr lvl="8" algn="ctr">
              <a:lnSpc>
                <a:spcPct val="100000"/>
              </a:lnSpc>
              <a:spcBef>
                <a:spcPts val="0"/>
              </a:spcBef>
              <a:spcAft>
                <a:spcPts val="0"/>
              </a:spcAft>
              <a:buSzPts val="28600"/>
              <a:buNone/>
              <a:defRPr sz="28600"/>
            </a:lvl9pPr>
          </a:lstStyle>
          <a:p/>
        </p:txBody>
      </p:sp>
      <p:sp>
        <p:nvSpPr>
          <p:cNvPr id="11" name="Google Shape;11;p3"/>
          <p:cNvSpPr txBox="1"/>
          <p:nvPr>
            <p:ph idx="1" type="subTitle"/>
          </p:nvPr>
        </p:nvSpPr>
        <p:spPr>
          <a:xfrm>
            <a:off x="1371480" y="18138400"/>
            <a:ext cx="37491300" cy="5073300"/>
          </a:xfrm>
          <a:prstGeom prst="rect">
            <a:avLst/>
          </a:prstGeom>
          <a:noFill/>
          <a:ln>
            <a:noFill/>
          </a:ln>
        </p:spPr>
        <p:txBody>
          <a:bodyPr anchorCtr="0" anchor="t" bIns="506550" lIns="506550" spcFirstLastPara="1" rIns="506550" wrap="square" tIns="506550">
            <a:normAutofit/>
          </a:bodyPr>
          <a:lstStyle>
            <a:lvl1pPr lvl="0" algn="ctr">
              <a:lnSpc>
                <a:spcPct val="100000"/>
              </a:lnSpc>
              <a:spcBef>
                <a:spcPts val="0"/>
              </a:spcBef>
              <a:spcAft>
                <a:spcPts val="0"/>
              </a:spcAft>
              <a:buSzPts val="15400"/>
              <a:buNone/>
              <a:defRPr sz="15400"/>
            </a:lvl1pPr>
            <a:lvl2pPr lvl="1" algn="ctr">
              <a:lnSpc>
                <a:spcPct val="100000"/>
              </a:lnSpc>
              <a:spcBef>
                <a:spcPts val="0"/>
              </a:spcBef>
              <a:spcAft>
                <a:spcPts val="0"/>
              </a:spcAft>
              <a:buSzPts val="15400"/>
              <a:buNone/>
              <a:defRPr sz="15400"/>
            </a:lvl2pPr>
            <a:lvl3pPr lvl="2" algn="ctr">
              <a:lnSpc>
                <a:spcPct val="100000"/>
              </a:lnSpc>
              <a:spcBef>
                <a:spcPts val="0"/>
              </a:spcBef>
              <a:spcAft>
                <a:spcPts val="0"/>
              </a:spcAft>
              <a:buSzPts val="15400"/>
              <a:buNone/>
              <a:defRPr sz="15400"/>
            </a:lvl3pPr>
            <a:lvl4pPr lvl="3" algn="ctr">
              <a:lnSpc>
                <a:spcPct val="100000"/>
              </a:lnSpc>
              <a:spcBef>
                <a:spcPts val="0"/>
              </a:spcBef>
              <a:spcAft>
                <a:spcPts val="0"/>
              </a:spcAft>
              <a:buSzPts val="15400"/>
              <a:buNone/>
              <a:defRPr sz="15400"/>
            </a:lvl4pPr>
            <a:lvl5pPr lvl="4" algn="ctr">
              <a:lnSpc>
                <a:spcPct val="100000"/>
              </a:lnSpc>
              <a:spcBef>
                <a:spcPts val="0"/>
              </a:spcBef>
              <a:spcAft>
                <a:spcPts val="0"/>
              </a:spcAft>
              <a:buSzPts val="15400"/>
              <a:buNone/>
              <a:defRPr sz="15400"/>
            </a:lvl5pPr>
            <a:lvl6pPr lvl="5" algn="ctr">
              <a:lnSpc>
                <a:spcPct val="100000"/>
              </a:lnSpc>
              <a:spcBef>
                <a:spcPts val="0"/>
              </a:spcBef>
              <a:spcAft>
                <a:spcPts val="0"/>
              </a:spcAft>
              <a:buSzPts val="15400"/>
              <a:buNone/>
              <a:defRPr sz="15400"/>
            </a:lvl6pPr>
            <a:lvl7pPr lvl="6" algn="ctr">
              <a:lnSpc>
                <a:spcPct val="100000"/>
              </a:lnSpc>
              <a:spcBef>
                <a:spcPts val="0"/>
              </a:spcBef>
              <a:spcAft>
                <a:spcPts val="0"/>
              </a:spcAft>
              <a:buSzPts val="15400"/>
              <a:buNone/>
              <a:defRPr sz="15400"/>
            </a:lvl7pPr>
            <a:lvl8pPr lvl="7" algn="ctr">
              <a:lnSpc>
                <a:spcPct val="100000"/>
              </a:lnSpc>
              <a:spcBef>
                <a:spcPts val="0"/>
              </a:spcBef>
              <a:spcAft>
                <a:spcPts val="0"/>
              </a:spcAft>
              <a:buSzPts val="15400"/>
              <a:buNone/>
              <a:defRPr sz="15400"/>
            </a:lvl8pPr>
            <a:lvl9pPr lvl="8" algn="ctr">
              <a:lnSpc>
                <a:spcPct val="100000"/>
              </a:lnSpc>
              <a:spcBef>
                <a:spcPts val="0"/>
              </a:spcBef>
              <a:spcAft>
                <a:spcPts val="0"/>
              </a:spcAft>
              <a:buSzPts val="15400"/>
              <a:buNone/>
              <a:defRPr sz="15400"/>
            </a:lvl9pPr>
          </a:lstStyle>
          <a:p/>
        </p:txBody>
      </p:sp>
      <p:sp>
        <p:nvSpPr>
          <p:cNvPr id="12" name="Google Shape;12;p3"/>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4"/>
          <p:cNvSpPr txBox="1"/>
          <p:nvPr>
            <p:ph type="title"/>
          </p:nvPr>
        </p:nvSpPr>
        <p:spPr>
          <a:xfrm>
            <a:off x="1371480" y="13765440"/>
            <a:ext cx="37491300" cy="5386500"/>
          </a:xfrm>
          <a:prstGeom prst="rect">
            <a:avLst/>
          </a:prstGeom>
          <a:noFill/>
          <a:ln>
            <a:noFill/>
          </a:ln>
        </p:spPr>
        <p:txBody>
          <a:bodyPr anchorCtr="0" anchor="ctr" bIns="506550" lIns="506550" spcFirstLastPara="1" rIns="506550" wrap="square" tIns="506550">
            <a:normAutofit/>
          </a:bodyPr>
          <a:lstStyle>
            <a:lvl1pPr lvl="0" algn="ctr">
              <a:lnSpc>
                <a:spcPct val="100000"/>
              </a:lnSpc>
              <a:spcBef>
                <a:spcPts val="0"/>
              </a:spcBef>
              <a:spcAft>
                <a:spcPts val="0"/>
              </a:spcAft>
              <a:buSzPts val="19800"/>
              <a:buNone/>
              <a:defRPr sz="19800"/>
            </a:lvl1pPr>
            <a:lvl2pPr lvl="1" algn="ctr">
              <a:lnSpc>
                <a:spcPct val="100000"/>
              </a:lnSpc>
              <a:spcBef>
                <a:spcPts val="0"/>
              </a:spcBef>
              <a:spcAft>
                <a:spcPts val="0"/>
              </a:spcAft>
              <a:buSzPts val="19800"/>
              <a:buNone/>
              <a:defRPr sz="19800"/>
            </a:lvl2pPr>
            <a:lvl3pPr lvl="2" algn="ctr">
              <a:lnSpc>
                <a:spcPct val="100000"/>
              </a:lnSpc>
              <a:spcBef>
                <a:spcPts val="0"/>
              </a:spcBef>
              <a:spcAft>
                <a:spcPts val="0"/>
              </a:spcAft>
              <a:buSzPts val="19800"/>
              <a:buNone/>
              <a:defRPr sz="19800"/>
            </a:lvl3pPr>
            <a:lvl4pPr lvl="3" algn="ctr">
              <a:lnSpc>
                <a:spcPct val="100000"/>
              </a:lnSpc>
              <a:spcBef>
                <a:spcPts val="0"/>
              </a:spcBef>
              <a:spcAft>
                <a:spcPts val="0"/>
              </a:spcAft>
              <a:buSzPts val="19800"/>
              <a:buNone/>
              <a:defRPr sz="19800"/>
            </a:lvl4pPr>
            <a:lvl5pPr lvl="4" algn="ctr">
              <a:lnSpc>
                <a:spcPct val="100000"/>
              </a:lnSpc>
              <a:spcBef>
                <a:spcPts val="0"/>
              </a:spcBef>
              <a:spcAft>
                <a:spcPts val="0"/>
              </a:spcAft>
              <a:buSzPts val="19800"/>
              <a:buNone/>
              <a:defRPr sz="19800"/>
            </a:lvl5pPr>
            <a:lvl6pPr lvl="5" algn="ctr">
              <a:lnSpc>
                <a:spcPct val="100000"/>
              </a:lnSpc>
              <a:spcBef>
                <a:spcPts val="0"/>
              </a:spcBef>
              <a:spcAft>
                <a:spcPts val="0"/>
              </a:spcAft>
              <a:buSzPts val="19800"/>
              <a:buNone/>
              <a:defRPr sz="19800"/>
            </a:lvl6pPr>
            <a:lvl7pPr lvl="6" algn="ctr">
              <a:lnSpc>
                <a:spcPct val="100000"/>
              </a:lnSpc>
              <a:spcBef>
                <a:spcPts val="0"/>
              </a:spcBef>
              <a:spcAft>
                <a:spcPts val="0"/>
              </a:spcAft>
              <a:buSzPts val="19800"/>
              <a:buNone/>
              <a:defRPr sz="19800"/>
            </a:lvl7pPr>
            <a:lvl8pPr lvl="7" algn="ctr">
              <a:lnSpc>
                <a:spcPct val="100000"/>
              </a:lnSpc>
              <a:spcBef>
                <a:spcPts val="0"/>
              </a:spcBef>
              <a:spcAft>
                <a:spcPts val="0"/>
              </a:spcAft>
              <a:buSzPts val="19800"/>
              <a:buNone/>
              <a:defRPr sz="19800"/>
            </a:lvl8pPr>
            <a:lvl9pPr lvl="8" algn="ctr">
              <a:lnSpc>
                <a:spcPct val="100000"/>
              </a:lnSpc>
              <a:spcBef>
                <a:spcPts val="0"/>
              </a:spcBef>
              <a:spcAft>
                <a:spcPts val="0"/>
              </a:spcAft>
              <a:buSzPts val="19800"/>
              <a:buNone/>
              <a:defRPr sz="19800"/>
            </a:lvl9pPr>
          </a:lstStyle>
          <a:p/>
        </p:txBody>
      </p:sp>
      <p:sp>
        <p:nvSpPr>
          <p:cNvPr id="15" name="Google Shape;15;p4"/>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5"/>
          <p:cNvSpPr txBox="1"/>
          <p:nvPr>
            <p:ph type="title"/>
          </p:nvPr>
        </p:nvSpPr>
        <p:spPr>
          <a:xfrm>
            <a:off x="1371480" y="2848160"/>
            <a:ext cx="37491300" cy="3666600"/>
          </a:xfrm>
          <a:prstGeom prst="rect">
            <a:avLst/>
          </a:prstGeom>
          <a:noFill/>
          <a:ln>
            <a:noFill/>
          </a:ln>
        </p:spPr>
        <p:txBody>
          <a:bodyPr anchorCtr="0" anchor="t" bIns="506550" lIns="506550" spcFirstLastPara="1" rIns="506550" wrap="square" tIns="506550">
            <a:normAutofit/>
          </a:bodyPr>
          <a:lstStyle>
            <a:lvl1pPr lvl="0" algn="l">
              <a:lnSpc>
                <a:spcPct val="100000"/>
              </a:lnSpc>
              <a:spcBef>
                <a:spcPts val="0"/>
              </a:spcBef>
              <a:spcAft>
                <a:spcPts val="0"/>
              </a:spcAft>
              <a:buSzPts val="15400"/>
              <a:buNone/>
              <a:defRPr/>
            </a:lvl1pPr>
            <a:lvl2pPr lvl="1" algn="l">
              <a:lnSpc>
                <a:spcPct val="100000"/>
              </a:lnSpc>
              <a:spcBef>
                <a:spcPts val="0"/>
              </a:spcBef>
              <a:spcAft>
                <a:spcPts val="0"/>
              </a:spcAft>
              <a:buSzPts val="15400"/>
              <a:buNone/>
              <a:defRPr/>
            </a:lvl2pPr>
            <a:lvl3pPr lvl="2" algn="l">
              <a:lnSpc>
                <a:spcPct val="100000"/>
              </a:lnSpc>
              <a:spcBef>
                <a:spcPts val="0"/>
              </a:spcBef>
              <a:spcAft>
                <a:spcPts val="0"/>
              </a:spcAft>
              <a:buSzPts val="15400"/>
              <a:buNone/>
              <a:defRPr/>
            </a:lvl3pPr>
            <a:lvl4pPr lvl="3" algn="l">
              <a:lnSpc>
                <a:spcPct val="100000"/>
              </a:lnSpc>
              <a:spcBef>
                <a:spcPts val="0"/>
              </a:spcBef>
              <a:spcAft>
                <a:spcPts val="0"/>
              </a:spcAft>
              <a:buSzPts val="15400"/>
              <a:buNone/>
              <a:defRPr/>
            </a:lvl4pPr>
            <a:lvl5pPr lvl="4" algn="l">
              <a:lnSpc>
                <a:spcPct val="100000"/>
              </a:lnSpc>
              <a:spcBef>
                <a:spcPts val="0"/>
              </a:spcBef>
              <a:spcAft>
                <a:spcPts val="0"/>
              </a:spcAft>
              <a:buSzPts val="15400"/>
              <a:buNone/>
              <a:defRPr/>
            </a:lvl5pPr>
            <a:lvl6pPr lvl="5" algn="l">
              <a:lnSpc>
                <a:spcPct val="100000"/>
              </a:lnSpc>
              <a:spcBef>
                <a:spcPts val="0"/>
              </a:spcBef>
              <a:spcAft>
                <a:spcPts val="0"/>
              </a:spcAft>
              <a:buSzPts val="15400"/>
              <a:buNone/>
              <a:defRPr/>
            </a:lvl6pPr>
            <a:lvl7pPr lvl="6" algn="l">
              <a:lnSpc>
                <a:spcPct val="100000"/>
              </a:lnSpc>
              <a:spcBef>
                <a:spcPts val="0"/>
              </a:spcBef>
              <a:spcAft>
                <a:spcPts val="0"/>
              </a:spcAft>
              <a:buSzPts val="15400"/>
              <a:buNone/>
              <a:defRPr/>
            </a:lvl7pPr>
            <a:lvl8pPr lvl="7" algn="l">
              <a:lnSpc>
                <a:spcPct val="100000"/>
              </a:lnSpc>
              <a:spcBef>
                <a:spcPts val="0"/>
              </a:spcBef>
              <a:spcAft>
                <a:spcPts val="0"/>
              </a:spcAft>
              <a:buSzPts val="15400"/>
              <a:buNone/>
              <a:defRPr/>
            </a:lvl8pPr>
            <a:lvl9pPr lvl="8" algn="l">
              <a:lnSpc>
                <a:spcPct val="100000"/>
              </a:lnSpc>
              <a:spcBef>
                <a:spcPts val="0"/>
              </a:spcBef>
              <a:spcAft>
                <a:spcPts val="0"/>
              </a:spcAft>
              <a:buSzPts val="15400"/>
              <a:buNone/>
              <a:defRPr/>
            </a:lvl9pPr>
          </a:lstStyle>
          <a:p/>
        </p:txBody>
      </p:sp>
      <p:sp>
        <p:nvSpPr>
          <p:cNvPr id="18" name="Google Shape;18;p5"/>
          <p:cNvSpPr txBox="1"/>
          <p:nvPr>
            <p:ph idx="1" type="body"/>
          </p:nvPr>
        </p:nvSpPr>
        <p:spPr>
          <a:xfrm>
            <a:off x="1371480" y="7375840"/>
            <a:ext cx="37491300" cy="21864600"/>
          </a:xfrm>
          <a:prstGeom prst="rect">
            <a:avLst/>
          </a:prstGeom>
          <a:noFill/>
          <a:ln>
            <a:noFill/>
          </a:ln>
        </p:spPr>
        <p:txBody>
          <a:bodyPr anchorCtr="0" anchor="t" bIns="506550" lIns="506550" spcFirstLastPara="1" rIns="506550" wrap="square" tIns="506550">
            <a:normAutofit/>
          </a:bodyPr>
          <a:lstStyle>
            <a:lvl1pPr indent="-857250" lvl="0" marL="457200" algn="l">
              <a:lnSpc>
                <a:spcPct val="115000"/>
              </a:lnSpc>
              <a:spcBef>
                <a:spcPts val="0"/>
              </a:spcBef>
              <a:spcAft>
                <a:spcPts val="0"/>
              </a:spcAft>
              <a:buSzPts val="9900"/>
              <a:buChar char="●"/>
              <a:defRPr/>
            </a:lvl1pPr>
            <a:lvl2pPr indent="-717550" lvl="1" marL="914400" algn="l">
              <a:lnSpc>
                <a:spcPct val="115000"/>
              </a:lnSpc>
              <a:spcBef>
                <a:spcPts val="0"/>
              </a:spcBef>
              <a:spcAft>
                <a:spcPts val="0"/>
              </a:spcAft>
              <a:buSzPts val="7700"/>
              <a:buChar char="○"/>
              <a:defRPr/>
            </a:lvl2pPr>
            <a:lvl3pPr indent="-717550" lvl="2" marL="1371600" algn="l">
              <a:lnSpc>
                <a:spcPct val="115000"/>
              </a:lnSpc>
              <a:spcBef>
                <a:spcPts val="0"/>
              </a:spcBef>
              <a:spcAft>
                <a:spcPts val="0"/>
              </a:spcAft>
              <a:buSzPts val="7700"/>
              <a:buChar char="■"/>
              <a:defRPr/>
            </a:lvl3pPr>
            <a:lvl4pPr indent="-717550" lvl="3" marL="1828800" algn="l">
              <a:lnSpc>
                <a:spcPct val="115000"/>
              </a:lnSpc>
              <a:spcBef>
                <a:spcPts val="0"/>
              </a:spcBef>
              <a:spcAft>
                <a:spcPts val="0"/>
              </a:spcAft>
              <a:buSzPts val="7700"/>
              <a:buChar char="●"/>
              <a:defRPr/>
            </a:lvl4pPr>
            <a:lvl5pPr indent="-717550" lvl="4" marL="2286000" algn="l">
              <a:lnSpc>
                <a:spcPct val="115000"/>
              </a:lnSpc>
              <a:spcBef>
                <a:spcPts val="0"/>
              </a:spcBef>
              <a:spcAft>
                <a:spcPts val="0"/>
              </a:spcAft>
              <a:buSzPts val="7700"/>
              <a:buChar char="○"/>
              <a:defRPr/>
            </a:lvl5pPr>
            <a:lvl6pPr indent="-717550" lvl="5" marL="2743200" algn="l">
              <a:lnSpc>
                <a:spcPct val="115000"/>
              </a:lnSpc>
              <a:spcBef>
                <a:spcPts val="0"/>
              </a:spcBef>
              <a:spcAft>
                <a:spcPts val="0"/>
              </a:spcAft>
              <a:buSzPts val="7700"/>
              <a:buChar char="■"/>
              <a:defRPr/>
            </a:lvl6pPr>
            <a:lvl7pPr indent="-717550" lvl="6" marL="3200400" algn="l">
              <a:lnSpc>
                <a:spcPct val="115000"/>
              </a:lnSpc>
              <a:spcBef>
                <a:spcPts val="0"/>
              </a:spcBef>
              <a:spcAft>
                <a:spcPts val="0"/>
              </a:spcAft>
              <a:buSzPts val="7700"/>
              <a:buChar char="●"/>
              <a:defRPr/>
            </a:lvl7pPr>
            <a:lvl8pPr indent="-717550" lvl="7" marL="3657600" algn="l">
              <a:lnSpc>
                <a:spcPct val="115000"/>
              </a:lnSpc>
              <a:spcBef>
                <a:spcPts val="0"/>
              </a:spcBef>
              <a:spcAft>
                <a:spcPts val="0"/>
              </a:spcAft>
              <a:buSzPts val="7700"/>
              <a:buChar char="○"/>
              <a:defRPr/>
            </a:lvl8pPr>
            <a:lvl9pPr indent="-717550" lvl="8" marL="4114800" algn="l">
              <a:lnSpc>
                <a:spcPct val="115000"/>
              </a:lnSpc>
              <a:spcBef>
                <a:spcPts val="0"/>
              </a:spcBef>
              <a:spcAft>
                <a:spcPts val="0"/>
              </a:spcAft>
              <a:buSzPts val="7700"/>
              <a:buChar char="■"/>
              <a:defRPr/>
            </a:lvl9pPr>
          </a:lstStyle>
          <a:p/>
        </p:txBody>
      </p:sp>
      <p:sp>
        <p:nvSpPr>
          <p:cNvPr id="19" name="Google Shape;19;p5"/>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1371480" y="2848160"/>
            <a:ext cx="37491300" cy="3666600"/>
          </a:xfrm>
          <a:prstGeom prst="rect">
            <a:avLst/>
          </a:prstGeom>
          <a:noFill/>
          <a:ln>
            <a:noFill/>
          </a:ln>
        </p:spPr>
        <p:txBody>
          <a:bodyPr anchorCtr="0" anchor="t" bIns="506550" lIns="506550" spcFirstLastPara="1" rIns="506550" wrap="square" tIns="506550">
            <a:normAutofit/>
          </a:bodyPr>
          <a:lstStyle>
            <a:lvl1pPr lvl="0" algn="l">
              <a:lnSpc>
                <a:spcPct val="100000"/>
              </a:lnSpc>
              <a:spcBef>
                <a:spcPts val="0"/>
              </a:spcBef>
              <a:spcAft>
                <a:spcPts val="0"/>
              </a:spcAft>
              <a:buSzPts val="15400"/>
              <a:buNone/>
              <a:defRPr/>
            </a:lvl1pPr>
            <a:lvl2pPr lvl="1" algn="l">
              <a:lnSpc>
                <a:spcPct val="100000"/>
              </a:lnSpc>
              <a:spcBef>
                <a:spcPts val="0"/>
              </a:spcBef>
              <a:spcAft>
                <a:spcPts val="0"/>
              </a:spcAft>
              <a:buSzPts val="15400"/>
              <a:buNone/>
              <a:defRPr/>
            </a:lvl2pPr>
            <a:lvl3pPr lvl="2" algn="l">
              <a:lnSpc>
                <a:spcPct val="100000"/>
              </a:lnSpc>
              <a:spcBef>
                <a:spcPts val="0"/>
              </a:spcBef>
              <a:spcAft>
                <a:spcPts val="0"/>
              </a:spcAft>
              <a:buSzPts val="15400"/>
              <a:buNone/>
              <a:defRPr/>
            </a:lvl3pPr>
            <a:lvl4pPr lvl="3" algn="l">
              <a:lnSpc>
                <a:spcPct val="100000"/>
              </a:lnSpc>
              <a:spcBef>
                <a:spcPts val="0"/>
              </a:spcBef>
              <a:spcAft>
                <a:spcPts val="0"/>
              </a:spcAft>
              <a:buSzPts val="15400"/>
              <a:buNone/>
              <a:defRPr/>
            </a:lvl4pPr>
            <a:lvl5pPr lvl="4" algn="l">
              <a:lnSpc>
                <a:spcPct val="100000"/>
              </a:lnSpc>
              <a:spcBef>
                <a:spcPts val="0"/>
              </a:spcBef>
              <a:spcAft>
                <a:spcPts val="0"/>
              </a:spcAft>
              <a:buSzPts val="15400"/>
              <a:buNone/>
              <a:defRPr/>
            </a:lvl5pPr>
            <a:lvl6pPr lvl="5" algn="l">
              <a:lnSpc>
                <a:spcPct val="100000"/>
              </a:lnSpc>
              <a:spcBef>
                <a:spcPts val="0"/>
              </a:spcBef>
              <a:spcAft>
                <a:spcPts val="0"/>
              </a:spcAft>
              <a:buSzPts val="15400"/>
              <a:buNone/>
              <a:defRPr/>
            </a:lvl6pPr>
            <a:lvl7pPr lvl="6" algn="l">
              <a:lnSpc>
                <a:spcPct val="100000"/>
              </a:lnSpc>
              <a:spcBef>
                <a:spcPts val="0"/>
              </a:spcBef>
              <a:spcAft>
                <a:spcPts val="0"/>
              </a:spcAft>
              <a:buSzPts val="15400"/>
              <a:buNone/>
              <a:defRPr/>
            </a:lvl7pPr>
            <a:lvl8pPr lvl="7" algn="l">
              <a:lnSpc>
                <a:spcPct val="100000"/>
              </a:lnSpc>
              <a:spcBef>
                <a:spcPts val="0"/>
              </a:spcBef>
              <a:spcAft>
                <a:spcPts val="0"/>
              </a:spcAft>
              <a:buSzPts val="15400"/>
              <a:buNone/>
              <a:defRPr/>
            </a:lvl8pPr>
            <a:lvl9pPr lvl="8" algn="l">
              <a:lnSpc>
                <a:spcPct val="100000"/>
              </a:lnSpc>
              <a:spcBef>
                <a:spcPts val="0"/>
              </a:spcBef>
              <a:spcAft>
                <a:spcPts val="0"/>
              </a:spcAft>
              <a:buSzPts val="15400"/>
              <a:buNone/>
              <a:defRPr/>
            </a:lvl9pPr>
          </a:lstStyle>
          <a:p/>
        </p:txBody>
      </p:sp>
      <p:sp>
        <p:nvSpPr>
          <p:cNvPr id="22" name="Google Shape;22;p6"/>
          <p:cNvSpPr txBox="1"/>
          <p:nvPr>
            <p:ph idx="1" type="body"/>
          </p:nvPr>
        </p:nvSpPr>
        <p:spPr>
          <a:xfrm>
            <a:off x="1371480" y="7375840"/>
            <a:ext cx="17598900" cy="21864600"/>
          </a:xfrm>
          <a:prstGeom prst="rect">
            <a:avLst/>
          </a:prstGeom>
          <a:noFill/>
          <a:ln>
            <a:noFill/>
          </a:ln>
        </p:spPr>
        <p:txBody>
          <a:bodyPr anchorCtr="0" anchor="t" bIns="506550" lIns="506550" spcFirstLastPara="1" rIns="506550" wrap="square" tIns="506550">
            <a:normAutofit/>
          </a:bodyPr>
          <a:lstStyle>
            <a:lvl1pPr indent="-717550" lvl="0" marL="457200" algn="l">
              <a:lnSpc>
                <a:spcPct val="115000"/>
              </a:lnSpc>
              <a:spcBef>
                <a:spcPts val="0"/>
              </a:spcBef>
              <a:spcAft>
                <a:spcPts val="0"/>
              </a:spcAft>
              <a:buSzPts val="7700"/>
              <a:buChar char="●"/>
              <a:defRPr sz="7700"/>
            </a:lvl1pPr>
            <a:lvl2pPr indent="-647700" lvl="1" marL="914400" algn="l">
              <a:lnSpc>
                <a:spcPct val="115000"/>
              </a:lnSpc>
              <a:spcBef>
                <a:spcPts val="0"/>
              </a:spcBef>
              <a:spcAft>
                <a:spcPts val="0"/>
              </a:spcAft>
              <a:buSzPts val="6600"/>
              <a:buChar char="○"/>
              <a:defRPr sz="6600"/>
            </a:lvl2pPr>
            <a:lvl3pPr indent="-647700" lvl="2" marL="1371600" algn="l">
              <a:lnSpc>
                <a:spcPct val="115000"/>
              </a:lnSpc>
              <a:spcBef>
                <a:spcPts val="0"/>
              </a:spcBef>
              <a:spcAft>
                <a:spcPts val="0"/>
              </a:spcAft>
              <a:buSzPts val="6600"/>
              <a:buChar char="■"/>
              <a:defRPr sz="6600"/>
            </a:lvl3pPr>
            <a:lvl4pPr indent="-647700" lvl="3" marL="1828800" algn="l">
              <a:lnSpc>
                <a:spcPct val="115000"/>
              </a:lnSpc>
              <a:spcBef>
                <a:spcPts val="0"/>
              </a:spcBef>
              <a:spcAft>
                <a:spcPts val="0"/>
              </a:spcAft>
              <a:buSzPts val="6600"/>
              <a:buChar char="●"/>
              <a:defRPr sz="6600"/>
            </a:lvl4pPr>
            <a:lvl5pPr indent="-647700" lvl="4" marL="2286000" algn="l">
              <a:lnSpc>
                <a:spcPct val="115000"/>
              </a:lnSpc>
              <a:spcBef>
                <a:spcPts val="0"/>
              </a:spcBef>
              <a:spcAft>
                <a:spcPts val="0"/>
              </a:spcAft>
              <a:buSzPts val="6600"/>
              <a:buChar char="○"/>
              <a:defRPr sz="6600"/>
            </a:lvl5pPr>
            <a:lvl6pPr indent="-647700" lvl="5" marL="2743200" algn="l">
              <a:lnSpc>
                <a:spcPct val="115000"/>
              </a:lnSpc>
              <a:spcBef>
                <a:spcPts val="0"/>
              </a:spcBef>
              <a:spcAft>
                <a:spcPts val="0"/>
              </a:spcAft>
              <a:buSzPts val="6600"/>
              <a:buChar char="■"/>
              <a:defRPr sz="6600"/>
            </a:lvl6pPr>
            <a:lvl7pPr indent="-647700" lvl="6" marL="3200400" algn="l">
              <a:lnSpc>
                <a:spcPct val="115000"/>
              </a:lnSpc>
              <a:spcBef>
                <a:spcPts val="0"/>
              </a:spcBef>
              <a:spcAft>
                <a:spcPts val="0"/>
              </a:spcAft>
              <a:buSzPts val="6600"/>
              <a:buChar char="●"/>
              <a:defRPr sz="6600"/>
            </a:lvl7pPr>
            <a:lvl8pPr indent="-647700" lvl="7" marL="3657600" algn="l">
              <a:lnSpc>
                <a:spcPct val="115000"/>
              </a:lnSpc>
              <a:spcBef>
                <a:spcPts val="0"/>
              </a:spcBef>
              <a:spcAft>
                <a:spcPts val="0"/>
              </a:spcAft>
              <a:buSzPts val="6600"/>
              <a:buChar char="○"/>
              <a:defRPr sz="6600"/>
            </a:lvl8pPr>
            <a:lvl9pPr indent="-647700" lvl="8" marL="4114800" algn="l">
              <a:lnSpc>
                <a:spcPct val="115000"/>
              </a:lnSpc>
              <a:spcBef>
                <a:spcPts val="0"/>
              </a:spcBef>
              <a:spcAft>
                <a:spcPts val="0"/>
              </a:spcAft>
              <a:buSzPts val="6600"/>
              <a:buChar char="■"/>
              <a:defRPr sz="6600"/>
            </a:lvl9pPr>
          </a:lstStyle>
          <a:p/>
        </p:txBody>
      </p:sp>
      <p:sp>
        <p:nvSpPr>
          <p:cNvPr id="23" name="Google Shape;23;p6"/>
          <p:cNvSpPr txBox="1"/>
          <p:nvPr>
            <p:ph idx="2" type="body"/>
          </p:nvPr>
        </p:nvSpPr>
        <p:spPr>
          <a:xfrm>
            <a:off x="21262560" y="7375840"/>
            <a:ext cx="17598900" cy="21864600"/>
          </a:xfrm>
          <a:prstGeom prst="rect">
            <a:avLst/>
          </a:prstGeom>
          <a:noFill/>
          <a:ln>
            <a:noFill/>
          </a:ln>
        </p:spPr>
        <p:txBody>
          <a:bodyPr anchorCtr="0" anchor="t" bIns="506550" lIns="506550" spcFirstLastPara="1" rIns="506550" wrap="square" tIns="506550">
            <a:normAutofit/>
          </a:bodyPr>
          <a:lstStyle>
            <a:lvl1pPr indent="-717550" lvl="0" marL="457200" algn="l">
              <a:lnSpc>
                <a:spcPct val="115000"/>
              </a:lnSpc>
              <a:spcBef>
                <a:spcPts val="0"/>
              </a:spcBef>
              <a:spcAft>
                <a:spcPts val="0"/>
              </a:spcAft>
              <a:buSzPts val="7700"/>
              <a:buChar char="●"/>
              <a:defRPr sz="7700"/>
            </a:lvl1pPr>
            <a:lvl2pPr indent="-647700" lvl="1" marL="914400" algn="l">
              <a:lnSpc>
                <a:spcPct val="115000"/>
              </a:lnSpc>
              <a:spcBef>
                <a:spcPts val="0"/>
              </a:spcBef>
              <a:spcAft>
                <a:spcPts val="0"/>
              </a:spcAft>
              <a:buSzPts val="6600"/>
              <a:buChar char="○"/>
              <a:defRPr sz="6600"/>
            </a:lvl2pPr>
            <a:lvl3pPr indent="-647700" lvl="2" marL="1371600" algn="l">
              <a:lnSpc>
                <a:spcPct val="115000"/>
              </a:lnSpc>
              <a:spcBef>
                <a:spcPts val="0"/>
              </a:spcBef>
              <a:spcAft>
                <a:spcPts val="0"/>
              </a:spcAft>
              <a:buSzPts val="6600"/>
              <a:buChar char="■"/>
              <a:defRPr sz="6600"/>
            </a:lvl3pPr>
            <a:lvl4pPr indent="-647700" lvl="3" marL="1828800" algn="l">
              <a:lnSpc>
                <a:spcPct val="115000"/>
              </a:lnSpc>
              <a:spcBef>
                <a:spcPts val="0"/>
              </a:spcBef>
              <a:spcAft>
                <a:spcPts val="0"/>
              </a:spcAft>
              <a:buSzPts val="6600"/>
              <a:buChar char="●"/>
              <a:defRPr sz="6600"/>
            </a:lvl4pPr>
            <a:lvl5pPr indent="-647700" lvl="4" marL="2286000" algn="l">
              <a:lnSpc>
                <a:spcPct val="115000"/>
              </a:lnSpc>
              <a:spcBef>
                <a:spcPts val="0"/>
              </a:spcBef>
              <a:spcAft>
                <a:spcPts val="0"/>
              </a:spcAft>
              <a:buSzPts val="6600"/>
              <a:buChar char="○"/>
              <a:defRPr sz="6600"/>
            </a:lvl5pPr>
            <a:lvl6pPr indent="-647700" lvl="5" marL="2743200" algn="l">
              <a:lnSpc>
                <a:spcPct val="115000"/>
              </a:lnSpc>
              <a:spcBef>
                <a:spcPts val="0"/>
              </a:spcBef>
              <a:spcAft>
                <a:spcPts val="0"/>
              </a:spcAft>
              <a:buSzPts val="6600"/>
              <a:buChar char="■"/>
              <a:defRPr sz="6600"/>
            </a:lvl6pPr>
            <a:lvl7pPr indent="-647700" lvl="6" marL="3200400" algn="l">
              <a:lnSpc>
                <a:spcPct val="115000"/>
              </a:lnSpc>
              <a:spcBef>
                <a:spcPts val="0"/>
              </a:spcBef>
              <a:spcAft>
                <a:spcPts val="0"/>
              </a:spcAft>
              <a:buSzPts val="6600"/>
              <a:buChar char="●"/>
              <a:defRPr sz="6600"/>
            </a:lvl7pPr>
            <a:lvl8pPr indent="-647700" lvl="7" marL="3657600" algn="l">
              <a:lnSpc>
                <a:spcPct val="115000"/>
              </a:lnSpc>
              <a:spcBef>
                <a:spcPts val="0"/>
              </a:spcBef>
              <a:spcAft>
                <a:spcPts val="0"/>
              </a:spcAft>
              <a:buSzPts val="6600"/>
              <a:buChar char="○"/>
              <a:defRPr sz="6600"/>
            </a:lvl8pPr>
            <a:lvl9pPr indent="-647700" lvl="8" marL="4114800" algn="l">
              <a:lnSpc>
                <a:spcPct val="115000"/>
              </a:lnSpc>
              <a:spcBef>
                <a:spcPts val="0"/>
              </a:spcBef>
              <a:spcAft>
                <a:spcPts val="0"/>
              </a:spcAft>
              <a:buSzPts val="6600"/>
              <a:buChar char="■"/>
              <a:defRPr sz="6600"/>
            </a:lvl9pPr>
          </a:lstStyle>
          <a:p/>
        </p:txBody>
      </p:sp>
      <p:sp>
        <p:nvSpPr>
          <p:cNvPr id="24" name="Google Shape;24;p6"/>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1371480" y="2848160"/>
            <a:ext cx="37491300" cy="3666600"/>
          </a:xfrm>
          <a:prstGeom prst="rect">
            <a:avLst/>
          </a:prstGeom>
          <a:noFill/>
          <a:ln>
            <a:noFill/>
          </a:ln>
        </p:spPr>
        <p:txBody>
          <a:bodyPr anchorCtr="0" anchor="t" bIns="506550" lIns="506550" spcFirstLastPara="1" rIns="506550" wrap="square" tIns="506550">
            <a:normAutofit/>
          </a:bodyPr>
          <a:lstStyle>
            <a:lvl1pPr lvl="0" algn="l">
              <a:lnSpc>
                <a:spcPct val="100000"/>
              </a:lnSpc>
              <a:spcBef>
                <a:spcPts val="0"/>
              </a:spcBef>
              <a:spcAft>
                <a:spcPts val="0"/>
              </a:spcAft>
              <a:buSzPts val="15400"/>
              <a:buNone/>
              <a:defRPr/>
            </a:lvl1pPr>
            <a:lvl2pPr lvl="1" algn="l">
              <a:lnSpc>
                <a:spcPct val="100000"/>
              </a:lnSpc>
              <a:spcBef>
                <a:spcPts val="0"/>
              </a:spcBef>
              <a:spcAft>
                <a:spcPts val="0"/>
              </a:spcAft>
              <a:buSzPts val="15400"/>
              <a:buNone/>
              <a:defRPr/>
            </a:lvl2pPr>
            <a:lvl3pPr lvl="2" algn="l">
              <a:lnSpc>
                <a:spcPct val="100000"/>
              </a:lnSpc>
              <a:spcBef>
                <a:spcPts val="0"/>
              </a:spcBef>
              <a:spcAft>
                <a:spcPts val="0"/>
              </a:spcAft>
              <a:buSzPts val="15400"/>
              <a:buNone/>
              <a:defRPr/>
            </a:lvl3pPr>
            <a:lvl4pPr lvl="3" algn="l">
              <a:lnSpc>
                <a:spcPct val="100000"/>
              </a:lnSpc>
              <a:spcBef>
                <a:spcPts val="0"/>
              </a:spcBef>
              <a:spcAft>
                <a:spcPts val="0"/>
              </a:spcAft>
              <a:buSzPts val="15400"/>
              <a:buNone/>
              <a:defRPr/>
            </a:lvl4pPr>
            <a:lvl5pPr lvl="4" algn="l">
              <a:lnSpc>
                <a:spcPct val="100000"/>
              </a:lnSpc>
              <a:spcBef>
                <a:spcPts val="0"/>
              </a:spcBef>
              <a:spcAft>
                <a:spcPts val="0"/>
              </a:spcAft>
              <a:buSzPts val="15400"/>
              <a:buNone/>
              <a:defRPr/>
            </a:lvl5pPr>
            <a:lvl6pPr lvl="5" algn="l">
              <a:lnSpc>
                <a:spcPct val="100000"/>
              </a:lnSpc>
              <a:spcBef>
                <a:spcPts val="0"/>
              </a:spcBef>
              <a:spcAft>
                <a:spcPts val="0"/>
              </a:spcAft>
              <a:buSzPts val="15400"/>
              <a:buNone/>
              <a:defRPr/>
            </a:lvl6pPr>
            <a:lvl7pPr lvl="6" algn="l">
              <a:lnSpc>
                <a:spcPct val="100000"/>
              </a:lnSpc>
              <a:spcBef>
                <a:spcPts val="0"/>
              </a:spcBef>
              <a:spcAft>
                <a:spcPts val="0"/>
              </a:spcAft>
              <a:buSzPts val="15400"/>
              <a:buNone/>
              <a:defRPr/>
            </a:lvl7pPr>
            <a:lvl8pPr lvl="7" algn="l">
              <a:lnSpc>
                <a:spcPct val="100000"/>
              </a:lnSpc>
              <a:spcBef>
                <a:spcPts val="0"/>
              </a:spcBef>
              <a:spcAft>
                <a:spcPts val="0"/>
              </a:spcAft>
              <a:buSzPts val="15400"/>
              <a:buNone/>
              <a:defRPr/>
            </a:lvl8pPr>
            <a:lvl9pPr lvl="8" algn="l">
              <a:lnSpc>
                <a:spcPct val="100000"/>
              </a:lnSpc>
              <a:spcBef>
                <a:spcPts val="0"/>
              </a:spcBef>
              <a:spcAft>
                <a:spcPts val="0"/>
              </a:spcAft>
              <a:buSzPts val="15400"/>
              <a:buNone/>
              <a:defRPr/>
            </a:lvl9pPr>
          </a:lstStyle>
          <a:p/>
        </p:txBody>
      </p:sp>
      <p:sp>
        <p:nvSpPr>
          <p:cNvPr id="27" name="Google Shape;27;p7"/>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1371480" y="3555840"/>
            <a:ext cx="12355200" cy="4835700"/>
          </a:xfrm>
          <a:prstGeom prst="rect">
            <a:avLst/>
          </a:prstGeom>
          <a:noFill/>
          <a:ln>
            <a:noFill/>
          </a:ln>
        </p:spPr>
        <p:txBody>
          <a:bodyPr anchorCtr="0" anchor="b" bIns="506550" lIns="506550" spcFirstLastPara="1" rIns="506550" wrap="square" tIns="506550">
            <a:normAutofit/>
          </a:bodyPr>
          <a:lstStyle>
            <a:lvl1pPr lvl="0" algn="l">
              <a:lnSpc>
                <a:spcPct val="100000"/>
              </a:lnSpc>
              <a:spcBef>
                <a:spcPts val="0"/>
              </a:spcBef>
              <a:spcAft>
                <a:spcPts val="0"/>
              </a:spcAft>
              <a:buSzPts val="13200"/>
              <a:buNone/>
              <a:defRPr sz="13200"/>
            </a:lvl1pPr>
            <a:lvl2pPr lvl="1" algn="l">
              <a:lnSpc>
                <a:spcPct val="100000"/>
              </a:lnSpc>
              <a:spcBef>
                <a:spcPts val="0"/>
              </a:spcBef>
              <a:spcAft>
                <a:spcPts val="0"/>
              </a:spcAft>
              <a:buSzPts val="13200"/>
              <a:buNone/>
              <a:defRPr sz="13200"/>
            </a:lvl2pPr>
            <a:lvl3pPr lvl="2" algn="l">
              <a:lnSpc>
                <a:spcPct val="100000"/>
              </a:lnSpc>
              <a:spcBef>
                <a:spcPts val="0"/>
              </a:spcBef>
              <a:spcAft>
                <a:spcPts val="0"/>
              </a:spcAft>
              <a:buSzPts val="13200"/>
              <a:buNone/>
              <a:defRPr sz="13200"/>
            </a:lvl3pPr>
            <a:lvl4pPr lvl="3" algn="l">
              <a:lnSpc>
                <a:spcPct val="100000"/>
              </a:lnSpc>
              <a:spcBef>
                <a:spcPts val="0"/>
              </a:spcBef>
              <a:spcAft>
                <a:spcPts val="0"/>
              </a:spcAft>
              <a:buSzPts val="13200"/>
              <a:buNone/>
              <a:defRPr sz="13200"/>
            </a:lvl4pPr>
            <a:lvl5pPr lvl="4" algn="l">
              <a:lnSpc>
                <a:spcPct val="100000"/>
              </a:lnSpc>
              <a:spcBef>
                <a:spcPts val="0"/>
              </a:spcBef>
              <a:spcAft>
                <a:spcPts val="0"/>
              </a:spcAft>
              <a:buSzPts val="13200"/>
              <a:buNone/>
              <a:defRPr sz="13200"/>
            </a:lvl5pPr>
            <a:lvl6pPr lvl="5" algn="l">
              <a:lnSpc>
                <a:spcPct val="100000"/>
              </a:lnSpc>
              <a:spcBef>
                <a:spcPts val="0"/>
              </a:spcBef>
              <a:spcAft>
                <a:spcPts val="0"/>
              </a:spcAft>
              <a:buSzPts val="13200"/>
              <a:buNone/>
              <a:defRPr sz="13200"/>
            </a:lvl6pPr>
            <a:lvl7pPr lvl="6" algn="l">
              <a:lnSpc>
                <a:spcPct val="100000"/>
              </a:lnSpc>
              <a:spcBef>
                <a:spcPts val="0"/>
              </a:spcBef>
              <a:spcAft>
                <a:spcPts val="0"/>
              </a:spcAft>
              <a:buSzPts val="13200"/>
              <a:buNone/>
              <a:defRPr sz="13200"/>
            </a:lvl7pPr>
            <a:lvl8pPr lvl="7" algn="l">
              <a:lnSpc>
                <a:spcPct val="100000"/>
              </a:lnSpc>
              <a:spcBef>
                <a:spcPts val="0"/>
              </a:spcBef>
              <a:spcAft>
                <a:spcPts val="0"/>
              </a:spcAft>
              <a:buSzPts val="13200"/>
              <a:buNone/>
              <a:defRPr sz="13200"/>
            </a:lvl8pPr>
            <a:lvl9pPr lvl="8" algn="l">
              <a:lnSpc>
                <a:spcPct val="100000"/>
              </a:lnSpc>
              <a:spcBef>
                <a:spcPts val="0"/>
              </a:spcBef>
              <a:spcAft>
                <a:spcPts val="0"/>
              </a:spcAft>
              <a:buSzPts val="13200"/>
              <a:buNone/>
              <a:defRPr sz="13200"/>
            </a:lvl9pPr>
          </a:lstStyle>
          <a:p/>
        </p:txBody>
      </p:sp>
      <p:sp>
        <p:nvSpPr>
          <p:cNvPr id="30" name="Google Shape;30;p8"/>
          <p:cNvSpPr txBox="1"/>
          <p:nvPr>
            <p:ph idx="1" type="body"/>
          </p:nvPr>
        </p:nvSpPr>
        <p:spPr>
          <a:xfrm>
            <a:off x="1371480" y="8893440"/>
            <a:ext cx="12355200" cy="20347200"/>
          </a:xfrm>
          <a:prstGeom prst="rect">
            <a:avLst/>
          </a:prstGeom>
          <a:noFill/>
          <a:ln>
            <a:noFill/>
          </a:ln>
        </p:spPr>
        <p:txBody>
          <a:bodyPr anchorCtr="0" anchor="t" bIns="506550" lIns="506550" spcFirstLastPara="1" rIns="506550" wrap="square" tIns="506550">
            <a:normAutofit/>
          </a:bodyPr>
          <a:lstStyle>
            <a:lvl1pPr indent="-647700" lvl="0" marL="457200" algn="l">
              <a:lnSpc>
                <a:spcPct val="115000"/>
              </a:lnSpc>
              <a:spcBef>
                <a:spcPts val="0"/>
              </a:spcBef>
              <a:spcAft>
                <a:spcPts val="0"/>
              </a:spcAft>
              <a:buSzPts val="6600"/>
              <a:buChar char="●"/>
              <a:defRPr sz="6600"/>
            </a:lvl1pPr>
            <a:lvl2pPr indent="-647700" lvl="1" marL="914400" algn="l">
              <a:lnSpc>
                <a:spcPct val="115000"/>
              </a:lnSpc>
              <a:spcBef>
                <a:spcPts val="0"/>
              </a:spcBef>
              <a:spcAft>
                <a:spcPts val="0"/>
              </a:spcAft>
              <a:buSzPts val="6600"/>
              <a:buChar char="○"/>
              <a:defRPr sz="6600"/>
            </a:lvl2pPr>
            <a:lvl3pPr indent="-647700" lvl="2" marL="1371600" algn="l">
              <a:lnSpc>
                <a:spcPct val="115000"/>
              </a:lnSpc>
              <a:spcBef>
                <a:spcPts val="0"/>
              </a:spcBef>
              <a:spcAft>
                <a:spcPts val="0"/>
              </a:spcAft>
              <a:buSzPts val="6600"/>
              <a:buChar char="■"/>
              <a:defRPr sz="6600"/>
            </a:lvl3pPr>
            <a:lvl4pPr indent="-647700" lvl="3" marL="1828800" algn="l">
              <a:lnSpc>
                <a:spcPct val="115000"/>
              </a:lnSpc>
              <a:spcBef>
                <a:spcPts val="0"/>
              </a:spcBef>
              <a:spcAft>
                <a:spcPts val="0"/>
              </a:spcAft>
              <a:buSzPts val="6600"/>
              <a:buChar char="●"/>
              <a:defRPr sz="6600"/>
            </a:lvl4pPr>
            <a:lvl5pPr indent="-647700" lvl="4" marL="2286000" algn="l">
              <a:lnSpc>
                <a:spcPct val="115000"/>
              </a:lnSpc>
              <a:spcBef>
                <a:spcPts val="0"/>
              </a:spcBef>
              <a:spcAft>
                <a:spcPts val="0"/>
              </a:spcAft>
              <a:buSzPts val="6600"/>
              <a:buChar char="○"/>
              <a:defRPr sz="6600"/>
            </a:lvl5pPr>
            <a:lvl6pPr indent="-647700" lvl="5" marL="2743200" algn="l">
              <a:lnSpc>
                <a:spcPct val="115000"/>
              </a:lnSpc>
              <a:spcBef>
                <a:spcPts val="0"/>
              </a:spcBef>
              <a:spcAft>
                <a:spcPts val="0"/>
              </a:spcAft>
              <a:buSzPts val="6600"/>
              <a:buChar char="■"/>
              <a:defRPr sz="6600"/>
            </a:lvl6pPr>
            <a:lvl7pPr indent="-647700" lvl="6" marL="3200400" algn="l">
              <a:lnSpc>
                <a:spcPct val="115000"/>
              </a:lnSpc>
              <a:spcBef>
                <a:spcPts val="0"/>
              </a:spcBef>
              <a:spcAft>
                <a:spcPts val="0"/>
              </a:spcAft>
              <a:buSzPts val="6600"/>
              <a:buChar char="●"/>
              <a:defRPr sz="6600"/>
            </a:lvl7pPr>
            <a:lvl8pPr indent="-647700" lvl="7" marL="3657600" algn="l">
              <a:lnSpc>
                <a:spcPct val="115000"/>
              </a:lnSpc>
              <a:spcBef>
                <a:spcPts val="0"/>
              </a:spcBef>
              <a:spcAft>
                <a:spcPts val="0"/>
              </a:spcAft>
              <a:buSzPts val="6600"/>
              <a:buChar char="○"/>
              <a:defRPr sz="6600"/>
            </a:lvl8pPr>
            <a:lvl9pPr indent="-647700" lvl="8" marL="4114800" algn="l">
              <a:lnSpc>
                <a:spcPct val="115000"/>
              </a:lnSpc>
              <a:spcBef>
                <a:spcPts val="0"/>
              </a:spcBef>
              <a:spcAft>
                <a:spcPts val="0"/>
              </a:spcAft>
              <a:buSzPts val="6600"/>
              <a:buChar char="■"/>
              <a:defRPr sz="6600"/>
            </a:lvl9pPr>
          </a:lstStyle>
          <a:p/>
        </p:txBody>
      </p:sp>
      <p:sp>
        <p:nvSpPr>
          <p:cNvPr id="31" name="Google Shape;31;p8"/>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2157100" y="2880960"/>
            <a:ext cx="28017000" cy="26181900"/>
          </a:xfrm>
          <a:prstGeom prst="rect">
            <a:avLst/>
          </a:prstGeom>
          <a:noFill/>
          <a:ln>
            <a:noFill/>
          </a:ln>
        </p:spPr>
        <p:txBody>
          <a:bodyPr anchorCtr="0" anchor="ctr" bIns="506550" lIns="506550" spcFirstLastPara="1" rIns="506550" wrap="square" tIns="506550">
            <a:normAutofit/>
          </a:bodyPr>
          <a:lstStyle>
            <a:lvl1pPr lvl="0" algn="l">
              <a:lnSpc>
                <a:spcPct val="100000"/>
              </a:lnSpc>
              <a:spcBef>
                <a:spcPts val="0"/>
              </a:spcBef>
              <a:spcAft>
                <a:spcPts val="0"/>
              </a:spcAft>
              <a:buSzPts val="26400"/>
              <a:buNone/>
              <a:defRPr sz="26400"/>
            </a:lvl1pPr>
            <a:lvl2pPr lvl="1" algn="l">
              <a:lnSpc>
                <a:spcPct val="100000"/>
              </a:lnSpc>
              <a:spcBef>
                <a:spcPts val="0"/>
              </a:spcBef>
              <a:spcAft>
                <a:spcPts val="0"/>
              </a:spcAft>
              <a:buSzPts val="26400"/>
              <a:buNone/>
              <a:defRPr sz="26400"/>
            </a:lvl2pPr>
            <a:lvl3pPr lvl="2" algn="l">
              <a:lnSpc>
                <a:spcPct val="100000"/>
              </a:lnSpc>
              <a:spcBef>
                <a:spcPts val="0"/>
              </a:spcBef>
              <a:spcAft>
                <a:spcPts val="0"/>
              </a:spcAft>
              <a:buSzPts val="26400"/>
              <a:buNone/>
              <a:defRPr sz="26400"/>
            </a:lvl3pPr>
            <a:lvl4pPr lvl="3" algn="l">
              <a:lnSpc>
                <a:spcPct val="100000"/>
              </a:lnSpc>
              <a:spcBef>
                <a:spcPts val="0"/>
              </a:spcBef>
              <a:spcAft>
                <a:spcPts val="0"/>
              </a:spcAft>
              <a:buSzPts val="26400"/>
              <a:buNone/>
              <a:defRPr sz="26400"/>
            </a:lvl4pPr>
            <a:lvl5pPr lvl="4" algn="l">
              <a:lnSpc>
                <a:spcPct val="100000"/>
              </a:lnSpc>
              <a:spcBef>
                <a:spcPts val="0"/>
              </a:spcBef>
              <a:spcAft>
                <a:spcPts val="0"/>
              </a:spcAft>
              <a:buSzPts val="26400"/>
              <a:buNone/>
              <a:defRPr sz="26400"/>
            </a:lvl5pPr>
            <a:lvl6pPr lvl="5" algn="l">
              <a:lnSpc>
                <a:spcPct val="100000"/>
              </a:lnSpc>
              <a:spcBef>
                <a:spcPts val="0"/>
              </a:spcBef>
              <a:spcAft>
                <a:spcPts val="0"/>
              </a:spcAft>
              <a:buSzPts val="26400"/>
              <a:buNone/>
              <a:defRPr sz="26400"/>
            </a:lvl6pPr>
            <a:lvl7pPr lvl="6" algn="l">
              <a:lnSpc>
                <a:spcPct val="100000"/>
              </a:lnSpc>
              <a:spcBef>
                <a:spcPts val="0"/>
              </a:spcBef>
              <a:spcAft>
                <a:spcPts val="0"/>
              </a:spcAft>
              <a:buSzPts val="26400"/>
              <a:buNone/>
              <a:defRPr sz="26400"/>
            </a:lvl7pPr>
            <a:lvl8pPr lvl="7" algn="l">
              <a:lnSpc>
                <a:spcPct val="100000"/>
              </a:lnSpc>
              <a:spcBef>
                <a:spcPts val="0"/>
              </a:spcBef>
              <a:spcAft>
                <a:spcPts val="0"/>
              </a:spcAft>
              <a:buSzPts val="26400"/>
              <a:buNone/>
              <a:defRPr sz="26400"/>
            </a:lvl8pPr>
            <a:lvl9pPr lvl="8" algn="l">
              <a:lnSpc>
                <a:spcPct val="100000"/>
              </a:lnSpc>
              <a:spcBef>
                <a:spcPts val="0"/>
              </a:spcBef>
              <a:spcAft>
                <a:spcPts val="0"/>
              </a:spcAft>
              <a:buSzPts val="26400"/>
              <a:buNone/>
              <a:defRPr sz="26400"/>
            </a:lvl9pPr>
          </a:lstStyle>
          <a:p/>
        </p:txBody>
      </p:sp>
      <p:sp>
        <p:nvSpPr>
          <p:cNvPr id="34" name="Google Shape;34;p9"/>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20116800" y="-800"/>
            <a:ext cx="20116800" cy="32918400"/>
          </a:xfrm>
          <a:prstGeom prst="rect">
            <a:avLst/>
          </a:prstGeom>
          <a:solidFill>
            <a:schemeClr val="lt2"/>
          </a:solidFill>
          <a:ln>
            <a:noFill/>
          </a:ln>
        </p:spPr>
        <p:txBody>
          <a:bodyPr anchorCtr="0" anchor="ctr" bIns="506550" lIns="506550" spcFirstLastPara="1" rIns="506550" wrap="square" tIns="50655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1168200" y="7892320"/>
            <a:ext cx="17800200" cy="9487800"/>
          </a:xfrm>
          <a:prstGeom prst="rect">
            <a:avLst/>
          </a:prstGeom>
          <a:noFill/>
          <a:ln>
            <a:noFill/>
          </a:ln>
        </p:spPr>
        <p:txBody>
          <a:bodyPr anchorCtr="0" anchor="b" bIns="506550" lIns="506550" spcFirstLastPara="1" rIns="506550" wrap="square" tIns="506550">
            <a:normAutofit/>
          </a:bodyPr>
          <a:lstStyle>
            <a:lvl1pPr lvl="0" algn="ctr">
              <a:lnSpc>
                <a:spcPct val="100000"/>
              </a:lnSpc>
              <a:spcBef>
                <a:spcPts val="0"/>
              </a:spcBef>
              <a:spcAft>
                <a:spcPts val="0"/>
              </a:spcAft>
              <a:buSzPts val="23100"/>
              <a:buNone/>
              <a:defRPr sz="23100"/>
            </a:lvl1pPr>
            <a:lvl2pPr lvl="1" algn="ctr">
              <a:lnSpc>
                <a:spcPct val="100000"/>
              </a:lnSpc>
              <a:spcBef>
                <a:spcPts val="0"/>
              </a:spcBef>
              <a:spcAft>
                <a:spcPts val="0"/>
              </a:spcAft>
              <a:buSzPts val="23100"/>
              <a:buNone/>
              <a:defRPr sz="23100"/>
            </a:lvl2pPr>
            <a:lvl3pPr lvl="2" algn="ctr">
              <a:lnSpc>
                <a:spcPct val="100000"/>
              </a:lnSpc>
              <a:spcBef>
                <a:spcPts val="0"/>
              </a:spcBef>
              <a:spcAft>
                <a:spcPts val="0"/>
              </a:spcAft>
              <a:buSzPts val="23100"/>
              <a:buNone/>
              <a:defRPr sz="23100"/>
            </a:lvl3pPr>
            <a:lvl4pPr lvl="3" algn="ctr">
              <a:lnSpc>
                <a:spcPct val="100000"/>
              </a:lnSpc>
              <a:spcBef>
                <a:spcPts val="0"/>
              </a:spcBef>
              <a:spcAft>
                <a:spcPts val="0"/>
              </a:spcAft>
              <a:buSzPts val="23100"/>
              <a:buNone/>
              <a:defRPr sz="23100"/>
            </a:lvl4pPr>
            <a:lvl5pPr lvl="4" algn="ctr">
              <a:lnSpc>
                <a:spcPct val="100000"/>
              </a:lnSpc>
              <a:spcBef>
                <a:spcPts val="0"/>
              </a:spcBef>
              <a:spcAft>
                <a:spcPts val="0"/>
              </a:spcAft>
              <a:buSzPts val="23100"/>
              <a:buNone/>
              <a:defRPr sz="23100"/>
            </a:lvl5pPr>
            <a:lvl6pPr lvl="5" algn="ctr">
              <a:lnSpc>
                <a:spcPct val="100000"/>
              </a:lnSpc>
              <a:spcBef>
                <a:spcPts val="0"/>
              </a:spcBef>
              <a:spcAft>
                <a:spcPts val="0"/>
              </a:spcAft>
              <a:buSzPts val="23100"/>
              <a:buNone/>
              <a:defRPr sz="23100"/>
            </a:lvl6pPr>
            <a:lvl7pPr lvl="6" algn="ctr">
              <a:lnSpc>
                <a:spcPct val="100000"/>
              </a:lnSpc>
              <a:spcBef>
                <a:spcPts val="0"/>
              </a:spcBef>
              <a:spcAft>
                <a:spcPts val="0"/>
              </a:spcAft>
              <a:buSzPts val="23100"/>
              <a:buNone/>
              <a:defRPr sz="23100"/>
            </a:lvl7pPr>
            <a:lvl8pPr lvl="7" algn="ctr">
              <a:lnSpc>
                <a:spcPct val="100000"/>
              </a:lnSpc>
              <a:spcBef>
                <a:spcPts val="0"/>
              </a:spcBef>
              <a:spcAft>
                <a:spcPts val="0"/>
              </a:spcAft>
              <a:buSzPts val="23100"/>
              <a:buNone/>
              <a:defRPr sz="23100"/>
            </a:lvl8pPr>
            <a:lvl9pPr lvl="8" algn="ctr">
              <a:lnSpc>
                <a:spcPct val="100000"/>
              </a:lnSpc>
              <a:spcBef>
                <a:spcPts val="0"/>
              </a:spcBef>
              <a:spcAft>
                <a:spcPts val="0"/>
              </a:spcAft>
              <a:buSzPts val="23100"/>
              <a:buNone/>
              <a:defRPr sz="23100"/>
            </a:lvl9pPr>
          </a:lstStyle>
          <a:p/>
        </p:txBody>
      </p:sp>
      <p:sp>
        <p:nvSpPr>
          <p:cNvPr id="38" name="Google Shape;38;p10"/>
          <p:cNvSpPr txBox="1"/>
          <p:nvPr>
            <p:ph idx="1" type="subTitle"/>
          </p:nvPr>
        </p:nvSpPr>
        <p:spPr>
          <a:xfrm>
            <a:off x="1168200" y="17939680"/>
            <a:ext cx="17800200" cy="7905600"/>
          </a:xfrm>
          <a:prstGeom prst="rect">
            <a:avLst/>
          </a:prstGeom>
          <a:noFill/>
          <a:ln>
            <a:noFill/>
          </a:ln>
        </p:spPr>
        <p:txBody>
          <a:bodyPr anchorCtr="0" anchor="t" bIns="506550" lIns="506550" spcFirstLastPara="1" rIns="506550" wrap="square" tIns="506550">
            <a:normAutofit/>
          </a:bodyPr>
          <a:lstStyle>
            <a:lvl1pPr lvl="0" algn="ctr">
              <a:lnSpc>
                <a:spcPct val="100000"/>
              </a:lnSpc>
              <a:spcBef>
                <a:spcPts val="0"/>
              </a:spcBef>
              <a:spcAft>
                <a:spcPts val="0"/>
              </a:spcAft>
              <a:buSzPts val="12100"/>
              <a:buNone/>
              <a:defRPr sz="12100"/>
            </a:lvl1pPr>
            <a:lvl2pPr lvl="1" algn="ctr">
              <a:lnSpc>
                <a:spcPct val="100000"/>
              </a:lnSpc>
              <a:spcBef>
                <a:spcPts val="0"/>
              </a:spcBef>
              <a:spcAft>
                <a:spcPts val="0"/>
              </a:spcAft>
              <a:buSzPts val="12100"/>
              <a:buNone/>
              <a:defRPr sz="12100"/>
            </a:lvl2pPr>
            <a:lvl3pPr lvl="2" algn="ctr">
              <a:lnSpc>
                <a:spcPct val="100000"/>
              </a:lnSpc>
              <a:spcBef>
                <a:spcPts val="0"/>
              </a:spcBef>
              <a:spcAft>
                <a:spcPts val="0"/>
              </a:spcAft>
              <a:buSzPts val="12100"/>
              <a:buNone/>
              <a:defRPr sz="12100"/>
            </a:lvl3pPr>
            <a:lvl4pPr lvl="3" algn="ctr">
              <a:lnSpc>
                <a:spcPct val="100000"/>
              </a:lnSpc>
              <a:spcBef>
                <a:spcPts val="0"/>
              </a:spcBef>
              <a:spcAft>
                <a:spcPts val="0"/>
              </a:spcAft>
              <a:buSzPts val="12100"/>
              <a:buNone/>
              <a:defRPr sz="12100"/>
            </a:lvl4pPr>
            <a:lvl5pPr lvl="4" algn="ctr">
              <a:lnSpc>
                <a:spcPct val="100000"/>
              </a:lnSpc>
              <a:spcBef>
                <a:spcPts val="0"/>
              </a:spcBef>
              <a:spcAft>
                <a:spcPts val="0"/>
              </a:spcAft>
              <a:buSzPts val="12100"/>
              <a:buNone/>
              <a:defRPr sz="12100"/>
            </a:lvl5pPr>
            <a:lvl6pPr lvl="5" algn="ctr">
              <a:lnSpc>
                <a:spcPct val="100000"/>
              </a:lnSpc>
              <a:spcBef>
                <a:spcPts val="0"/>
              </a:spcBef>
              <a:spcAft>
                <a:spcPts val="0"/>
              </a:spcAft>
              <a:buSzPts val="12100"/>
              <a:buNone/>
              <a:defRPr sz="12100"/>
            </a:lvl6pPr>
            <a:lvl7pPr lvl="6" algn="ctr">
              <a:lnSpc>
                <a:spcPct val="100000"/>
              </a:lnSpc>
              <a:spcBef>
                <a:spcPts val="0"/>
              </a:spcBef>
              <a:spcAft>
                <a:spcPts val="0"/>
              </a:spcAft>
              <a:buSzPts val="12100"/>
              <a:buNone/>
              <a:defRPr sz="12100"/>
            </a:lvl7pPr>
            <a:lvl8pPr lvl="7" algn="ctr">
              <a:lnSpc>
                <a:spcPct val="100000"/>
              </a:lnSpc>
              <a:spcBef>
                <a:spcPts val="0"/>
              </a:spcBef>
              <a:spcAft>
                <a:spcPts val="0"/>
              </a:spcAft>
              <a:buSzPts val="12100"/>
              <a:buNone/>
              <a:defRPr sz="12100"/>
            </a:lvl8pPr>
            <a:lvl9pPr lvl="8" algn="ctr">
              <a:lnSpc>
                <a:spcPct val="100000"/>
              </a:lnSpc>
              <a:spcBef>
                <a:spcPts val="0"/>
              </a:spcBef>
              <a:spcAft>
                <a:spcPts val="0"/>
              </a:spcAft>
              <a:buSzPts val="12100"/>
              <a:buNone/>
              <a:defRPr sz="12100"/>
            </a:lvl9pPr>
          </a:lstStyle>
          <a:p/>
        </p:txBody>
      </p:sp>
      <p:sp>
        <p:nvSpPr>
          <p:cNvPr id="39" name="Google Shape;39;p10"/>
          <p:cNvSpPr txBox="1"/>
          <p:nvPr>
            <p:ph idx="2" type="body"/>
          </p:nvPr>
        </p:nvSpPr>
        <p:spPr>
          <a:xfrm>
            <a:off x="21733800" y="4634080"/>
            <a:ext cx="16882800" cy="23649300"/>
          </a:xfrm>
          <a:prstGeom prst="rect">
            <a:avLst/>
          </a:prstGeom>
          <a:noFill/>
          <a:ln>
            <a:noFill/>
          </a:ln>
        </p:spPr>
        <p:txBody>
          <a:bodyPr anchorCtr="0" anchor="ctr" bIns="506550" lIns="506550" spcFirstLastPara="1" rIns="506550" wrap="square" tIns="506550">
            <a:normAutofit/>
          </a:bodyPr>
          <a:lstStyle>
            <a:lvl1pPr indent="-857250" lvl="0" marL="457200" algn="l">
              <a:lnSpc>
                <a:spcPct val="115000"/>
              </a:lnSpc>
              <a:spcBef>
                <a:spcPts val="0"/>
              </a:spcBef>
              <a:spcAft>
                <a:spcPts val="0"/>
              </a:spcAft>
              <a:buSzPts val="9900"/>
              <a:buChar char="●"/>
              <a:defRPr/>
            </a:lvl1pPr>
            <a:lvl2pPr indent="-717550" lvl="1" marL="914400" algn="l">
              <a:lnSpc>
                <a:spcPct val="115000"/>
              </a:lnSpc>
              <a:spcBef>
                <a:spcPts val="0"/>
              </a:spcBef>
              <a:spcAft>
                <a:spcPts val="0"/>
              </a:spcAft>
              <a:buSzPts val="7700"/>
              <a:buChar char="○"/>
              <a:defRPr/>
            </a:lvl2pPr>
            <a:lvl3pPr indent="-717550" lvl="2" marL="1371600" algn="l">
              <a:lnSpc>
                <a:spcPct val="115000"/>
              </a:lnSpc>
              <a:spcBef>
                <a:spcPts val="0"/>
              </a:spcBef>
              <a:spcAft>
                <a:spcPts val="0"/>
              </a:spcAft>
              <a:buSzPts val="7700"/>
              <a:buChar char="■"/>
              <a:defRPr/>
            </a:lvl3pPr>
            <a:lvl4pPr indent="-717550" lvl="3" marL="1828800" algn="l">
              <a:lnSpc>
                <a:spcPct val="115000"/>
              </a:lnSpc>
              <a:spcBef>
                <a:spcPts val="0"/>
              </a:spcBef>
              <a:spcAft>
                <a:spcPts val="0"/>
              </a:spcAft>
              <a:buSzPts val="7700"/>
              <a:buChar char="●"/>
              <a:defRPr/>
            </a:lvl4pPr>
            <a:lvl5pPr indent="-717550" lvl="4" marL="2286000" algn="l">
              <a:lnSpc>
                <a:spcPct val="115000"/>
              </a:lnSpc>
              <a:spcBef>
                <a:spcPts val="0"/>
              </a:spcBef>
              <a:spcAft>
                <a:spcPts val="0"/>
              </a:spcAft>
              <a:buSzPts val="7700"/>
              <a:buChar char="○"/>
              <a:defRPr/>
            </a:lvl5pPr>
            <a:lvl6pPr indent="-717550" lvl="5" marL="2743200" algn="l">
              <a:lnSpc>
                <a:spcPct val="115000"/>
              </a:lnSpc>
              <a:spcBef>
                <a:spcPts val="0"/>
              </a:spcBef>
              <a:spcAft>
                <a:spcPts val="0"/>
              </a:spcAft>
              <a:buSzPts val="7700"/>
              <a:buChar char="■"/>
              <a:defRPr/>
            </a:lvl6pPr>
            <a:lvl7pPr indent="-717550" lvl="6" marL="3200400" algn="l">
              <a:lnSpc>
                <a:spcPct val="115000"/>
              </a:lnSpc>
              <a:spcBef>
                <a:spcPts val="0"/>
              </a:spcBef>
              <a:spcAft>
                <a:spcPts val="0"/>
              </a:spcAft>
              <a:buSzPts val="7700"/>
              <a:buChar char="●"/>
              <a:defRPr/>
            </a:lvl7pPr>
            <a:lvl8pPr indent="-717550" lvl="7" marL="3657600" algn="l">
              <a:lnSpc>
                <a:spcPct val="115000"/>
              </a:lnSpc>
              <a:spcBef>
                <a:spcPts val="0"/>
              </a:spcBef>
              <a:spcAft>
                <a:spcPts val="0"/>
              </a:spcAft>
              <a:buSzPts val="7700"/>
              <a:buChar char="○"/>
              <a:defRPr/>
            </a:lvl8pPr>
            <a:lvl9pPr indent="-717550" lvl="8" marL="4114800" algn="l">
              <a:lnSpc>
                <a:spcPct val="115000"/>
              </a:lnSpc>
              <a:spcBef>
                <a:spcPts val="0"/>
              </a:spcBef>
              <a:spcAft>
                <a:spcPts val="0"/>
              </a:spcAft>
              <a:buSzPts val="7700"/>
              <a:buChar char="■"/>
              <a:defRPr/>
            </a:lvl9pPr>
          </a:lstStyle>
          <a:p/>
        </p:txBody>
      </p:sp>
      <p:sp>
        <p:nvSpPr>
          <p:cNvPr id="40" name="Google Shape;40;p10"/>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1371480" y="27075680"/>
            <a:ext cx="26393400" cy="3871800"/>
          </a:xfrm>
          <a:prstGeom prst="rect">
            <a:avLst/>
          </a:prstGeom>
          <a:noFill/>
          <a:ln>
            <a:noFill/>
          </a:ln>
        </p:spPr>
        <p:txBody>
          <a:bodyPr anchorCtr="0" anchor="ctr" bIns="506550" lIns="506550" spcFirstLastPara="1" rIns="506550" wrap="square" tIns="506550">
            <a:normAutofit/>
          </a:bodyPr>
          <a:lstStyle>
            <a:lvl1pPr indent="-228600" lvl="0" marL="457200" algn="l">
              <a:lnSpc>
                <a:spcPct val="100000"/>
              </a:lnSpc>
              <a:spcBef>
                <a:spcPts val="0"/>
              </a:spcBef>
              <a:spcAft>
                <a:spcPts val="0"/>
              </a:spcAft>
              <a:buSzPts val="9900"/>
              <a:buNone/>
              <a:defRPr/>
            </a:lvl1pPr>
          </a:lstStyle>
          <a:p/>
        </p:txBody>
      </p:sp>
      <p:sp>
        <p:nvSpPr>
          <p:cNvPr id="43" name="Google Shape;43;p11"/>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1371480" y="7079200"/>
            <a:ext cx="37491300" cy="12565800"/>
          </a:xfrm>
          <a:prstGeom prst="rect">
            <a:avLst/>
          </a:prstGeom>
          <a:noFill/>
          <a:ln>
            <a:noFill/>
          </a:ln>
        </p:spPr>
        <p:txBody>
          <a:bodyPr anchorCtr="0" anchor="b" bIns="506550" lIns="506550" spcFirstLastPara="1" rIns="506550" wrap="square" tIns="506550">
            <a:normAutofit/>
          </a:bodyPr>
          <a:lstStyle>
            <a:lvl1pPr lvl="0" algn="ctr">
              <a:lnSpc>
                <a:spcPct val="100000"/>
              </a:lnSpc>
              <a:spcBef>
                <a:spcPts val="0"/>
              </a:spcBef>
              <a:spcAft>
                <a:spcPts val="0"/>
              </a:spcAft>
              <a:buSzPts val="66000"/>
              <a:buNone/>
              <a:defRPr sz="66000"/>
            </a:lvl1pPr>
            <a:lvl2pPr lvl="1" algn="ctr">
              <a:lnSpc>
                <a:spcPct val="100000"/>
              </a:lnSpc>
              <a:spcBef>
                <a:spcPts val="0"/>
              </a:spcBef>
              <a:spcAft>
                <a:spcPts val="0"/>
              </a:spcAft>
              <a:buSzPts val="66000"/>
              <a:buNone/>
              <a:defRPr sz="66000"/>
            </a:lvl2pPr>
            <a:lvl3pPr lvl="2" algn="ctr">
              <a:lnSpc>
                <a:spcPct val="100000"/>
              </a:lnSpc>
              <a:spcBef>
                <a:spcPts val="0"/>
              </a:spcBef>
              <a:spcAft>
                <a:spcPts val="0"/>
              </a:spcAft>
              <a:buSzPts val="66000"/>
              <a:buNone/>
              <a:defRPr sz="66000"/>
            </a:lvl3pPr>
            <a:lvl4pPr lvl="3" algn="ctr">
              <a:lnSpc>
                <a:spcPct val="100000"/>
              </a:lnSpc>
              <a:spcBef>
                <a:spcPts val="0"/>
              </a:spcBef>
              <a:spcAft>
                <a:spcPts val="0"/>
              </a:spcAft>
              <a:buSzPts val="66000"/>
              <a:buNone/>
              <a:defRPr sz="66000"/>
            </a:lvl4pPr>
            <a:lvl5pPr lvl="4" algn="ctr">
              <a:lnSpc>
                <a:spcPct val="100000"/>
              </a:lnSpc>
              <a:spcBef>
                <a:spcPts val="0"/>
              </a:spcBef>
              <a:spcAft>
                <a:spcPts val="0"/>
              </a:spcAft>
              <a:buSzPts val="66000"/>
              <a:buNone/>
              <a:defRPr sz="66000"/>
            </a:lvl5pPr>
            <a:lvl6pPr lvl="5" algn="ctr">
              <a:lnSpc>
                <a:spcPct val="100000"/>
              </a:lnSpc>
              <a:spcBef>
                <a:spcPts val="0"/>
              </a:spcBef>
              <a:spcAft>
                <a:spcPts val="0"/>
              </a:spcAft>
              <a:buSzPts val="66000"/>
              <a:buNone/>
              <a:defRPr sz="66000"/>
            </a:lvl6pPr>
            <a:lvl7pPr lvl="6" algn="ctr">
              <a:lnSpc>
                <a:spcPct val="100000"/>
              </a:lnSpc>
              <a:spcBef>
                <a:spcPts val="0"/>
              </a:spcBef>
              <a:spcAft>
                <a:spcPts val="0"/>
              </a:spcAft>
              <a:buSzPts val="66000"/>
              <a:buNone/>
              <a:defRPr sz="66000"/>
            </a:lvl7pPr>
            <a:lvl8pPr lvl="7" algn="ctr">
              <a:lnSpc>
                <a:spcPct val="100000"/>
              </a:lnSpc>
              <a:spcBef>
                <a:spcPts val="0"/>
              </a:spcBef>
              <a:spcAft>
                <a:spcPts val="0"/>
              </a:spcAft>
              <a:buSzPts val="66000"/>
              <a:buNone/>
              <a:defRPr sz="66000"/>
            </a:lvl8pPr>
            <a:lvl9pPr lvl="8" algn="ctr">
              <a:lnSpc>
                <a:spcPct val="100000"/>
              </a:lnSpc>
              <a:spcBef>
                <a:spcPts val="0"/>
              </a:spcBef>
              <a:spcAft>
                <a:spcPts val="0"/>
              </a:spcAft>
              <a:buSzPts val="66000"/>
              <a:buNone/>
              <a:defRPr sz="66000"/>
            </a:lvl9pPr>
          </a:lstStyle>
          <a:p>
            <a:r>
              <a:t>xx%</a:t>
            </a:r>
          </a:p>
        </p:txBody>
      </p:sp>
      <p:sp>
        <p:nvSpPr>
          <p:cNvPr id="46" name="Google Shape;46;p12"/>
          <p:cNvSpPr txBox="1"/>
          <p:nvPr>
            <p:ph idx="1" type="body"/>
          </p:nvPr>
        </p:nvSpPr>
        <p:spPr>
          <a:xfrm>
            <a:off x="1371480" y="20174240"/>
            <a:ext cx="37491300" cy="8324100"/>
          </a:xfrm>
          <a:prstGeom prst="rect">
            <a:avLst/>
          </a:prstGeom>
          <a:noFill/>
          <a:ln>
            <a:noFill/>
          </a:ln>
        </p:spPr>
        <p:txBody>
          <a:bodyPr anchorCtr="0" anchor="t" bIns="506550" lIns="506550" spcFirstLastPara="1" rIns="506550" wrap="square" tIns="506550">
            <a:normAutofit/>
          </a:bodyPr>
          <a:lstStyle>
            <a:lvl1pPr indent="-857250" lvl="0" marL="457200" algn="ctr">
              <a:lnSpc>
                <a:spcPct val="115000"/>
              </a:lnSpc>
              <a:spcBef>
                <a:spcPts val="0"/>
              </a:spcBef>
              <a:spcAft>
                <a:spcPts val="0"/>
              </a:spcAft>
              <a:buSzPts val="9900"/>
              <a:buChar char="●"/>
              <a:defRPr/>
            </a:lvl1pPr>
            <a:lvl2pPr indent="-717550" lvl="1" marL="914400" algn="ctr">
              <a:lnSpc>
                <a:spcPct val="115000"/>
              </a:lnSpc>
              <a:spcBef>
                <a:spcPts val="0"/>
              </a:spcBef>
              <a:spcAft>
                <a:spcPts val="0"/>
              </a:spcAft>
              <a:buSzPts val="7700"/>
              <a:buChar char="○"/>
              <a:defRPr/>
            </a:lvl2pPr>
            <a:lvl3pPr indent="-717550" lvl="2" marL="1371600" algn="ctr">
              <a:lnSpc>
                <a:spcPct val="115000"/>
              </a:lnSpc>
              <a:spcBef>
                <a:spcPts val="0"/>
              </a:spcBef>
              <a:spcAft>
                <a:spcPts val="0"/>
              </a:spcAft>
              <a:buSzPts val="7700"/>
              <a:buChar char="■"/>
              <a:defRPr/>
            </a:lvl3pPr>
            <a:lvl4pPr indent="-717550" lvl="3" marL="1828800" algn="ctr">
              <a:lnSpc>
                <a:spcPct val="115000"/>
              </a:lnSpc>
              <a:spcBef>
                <a:spcPts val="0"/>
              </a:spcBef>
              <a:spcAft>
                <a:spcPts val="0"/>
              </a:spcAft>
              <a:buSzPts val="7700"/>
              <a:buChar char="●"/>
              <a:defRPr/>
            </a:lvl4pPr>
            <a:lvl5pPr indent="-717550" lvl="4" marL="2286000" algn="ctr">
              <a:lnSpc>
                <a:spcPct val="115000"/>
              </a:lnSpc>
              <a:spcBef>
                <a:spcPts val="0"/>
              </a:spcBef>
              <a:spcAft>
                <a:spcPts val="0"/>
              </a:spcAft>
              <a:buSzPts val="7700"/>
              <a:buChar char="○"/>
              <a:defRPr/>
            </a:lvl5pPr>
            <a:lvl6pPr indent="-717550" lvl="5" marL="2743200" algn="ctr">
              <a:lnSpc>
                <a:spcPct val="115000"/>
              </a:lnSpc>
              <a:spcBef>
                <a:spcPts val="0"/>
              </a:spcBef>
              <a:spcAft>
                <a:spcPts val="0"/>
              </a:spcAft>
              <a:buSzPts val="7700"/>
              <a:buChar char="■"/>
              <a:defRPr/>
            </a:lvl6pPr>
            <a:lvl7pPr indent="-717550" lvl="6" marL="3200400" algn="ctr">
              <a:lnSpc>
                <a:spcPct val="115000"/>
              </a:lnSpc>
              <a:spcBef>
                <a:spcPts val="0"/>
              </a:spcBef>
              <a:spcAft>
                <a:spcPts val="0"/>
              </a:spcAft>
              <a:buSzPts val="7700"/>
              <a:buChar char="●"/>
              <a:defRPr/>
            </a:lvl7pPr>
            <a:lvl8pPr indent="-717550" lvl="7" marL="3657600" algn="ctr">
              <a:lnSpc>
                <a:spcPct val="115000"/>
              </a:lnSpc>
              <a:spcBef>
                <a:spcPts val="0"/>
              </a:spcBef>
              <a:spcAft>
                <a:spcPts val="0"/>
              </a:spcAft>
              <a:buSzPts val="7700"/>
              <a:buChar char="○"/>
              <a:defRPr/>
            </a:lvl8pPr>
            <a:lvl9pPr indent="-717550" lvl="8" marL="4114800" algn="ctr">
              <a:lnSpc>
                <a:spcPct val="115000"/>
              </a:lnSpc>
              <a:spcBef>
                <a:spcPts val="0"/>
              </a:spcBef>
              <a:spcAft>
                <a:spcPts val="0"/>
              </a:spcAft>
              <a:buSzPts val="7700"/>
              <a:buChar char="■"/>
              <a:defRPr/>
            </a:lvl9pPr>
          </a:lstStyle>
          <a:p/>
        </p:txBody>
      </p:sp>
      <p:sp>
        <p:nvSpPr>
          <p:cNvPr id="47" name="Google Shape;47;p12"/>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371480" y="2848160"/>
            <a:ext cx="37491300" cy="3666600"/>
          </a:xfrm>
          <a:prstGeom prst="rect">
            <a:avLst/>
          </a:prstGeom>
          <a:noFill/>
          <a:ln>
            <a:noFill/>
          </a:ln>
        </p:spPr>
        <p:txBody>
          <a:bodyPr anchorCtr="0" anchor="t" bIns="506550" lIns="506550" spcFirstLastPara="1" rIns="506550" wrap="square" tIns="506550">
            <a:normAutofit/>
          </a:bodyPr>
          <a:lstStyle>
            <a:lvl1pPr lvl="0" marR="0" rtl="0" algn="l">
              <a:lnSpc>
                <a:spcPct val="100000"/>
              </a:lnSpc>
              <a:spcBef>
                <a:spcPts val="0"/>
              </a:spcBef>
              <a:spcAft>
                <a:spcPts val="0"/>
              </a:spcAft>
              <a:buClr>
                <a:schemeClr val="dk1"/>
              </a:buClr>
              <a:buSzPts val="15400"/>
              <a:buFont typeface="Arial"/>
              <a:buNone/>
              <a:defRPr b="0" i="0" sz="15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5400"/>
              <a:buFont typeface="Arial"/>
              <a:buNone/>
              <a:defRPr b="0" i="0" sz="15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5400"/>
              <a:buFont typeface="Arial"/>
              <a:buNone/>
              <a:defRPr b="0" i="0" sz="15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5400"/>
              <a:buFont typeface="Arial"/>
              <a:buNone/>
              <a:defRPr b="0" i="0" sz="15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5400"/>
              <a:buFont typeface="Arial"/>
              <a:buNone/>
              <a:defRPr b="0" i="0" sz="15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5400"/>
              <a:buFont typeface="Arial"/>
              <a:buNone/>
              <a:defRPr b="0" i="0" sz="15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5400"/>
              <a:buFont typeface="Arial"/>
              <a:buNone/>
              <a:defRPr b="0" i="0" sz="15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5400"/>
              <a:buFont typeface="Arial"/>
              <a:buNone/>
              <a:defRPr b="0" i="0" sz="15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5400"/>
              <a:buFont typeface="Arial"/>
              <a:buNone/>
              <a:defRPr b="0" i="0" sz="154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1371480" y="7375840"/>
            <a:ext cx="37491300" cy="21864600"/>
          </a:xfrm>
          <a:prstGeom prst="rect">
            <a:avLst/>
          </a:prstGeom>
          <a:noFill/>
          <a:ln>
            <a:noFill/>
          </a:ln>
        </p:spPr>
        <p:txBody>
          <a:bodyPr anchorCtr="0" anchor="t" bIns="506550" lIns="506550" spcFirstLastPara="1" rIns="506550" wrap="square" tIns="506550">
            <a:normAutofit/>
          </a:bodyPr>
          <a:lstStyle>
            <a:lvl1pPr indent="-857250" lvl="0" marL="457200" marR="0" rtl="0" algn="l">
              <a:lnSpc>
                <a:spcPct val="115000"/>
              </a:lnSpc>
              <a:spcBef>
                <a:spcPts val="0"/>
              </a:spcBef>
              <a:spcAft>
                <a:spcPts val="0"/>
              </a:spcAft>
              <a:buClr>
                <a:schemeClr val="dk2"/>
              </a:buClr>
              <a:buSzPts val="9900"/>
              <a:buFont typeface="Arial"/>
              <a:buChar char="●"/>
              <a:defRPr b="0" i="0" sz="9900" u="none" cap="none" strike="noStrike">
                <a:solidFill>
                  <a:schemeClr val="dk2"/>
                </a:solidFill>
                <a:latin typeface="Arial"/>
                <a:ea typeface="Arial"/>
                <a:cs typeface="Arial"/>
                <a:sym typeface="Arial"/>
              </a:defRPr>
            </a:lvl1pPr>
            <a:lvl2pPr indent="-717550" lvl="1" marL="914400" marR="0" rtl="0" algn="l">
              <a:lnSpc>
                <a:spcPct val="115000"/>
              </a:lnSpc>
              <a:spcBef>
                <a:spcPts val="0"/>
              </a:spcBef>
              <a:spcAft>
                <a:spcPts val="0"/>
              </a:spcAft>
              <a:buClr>
                <a:schemeClr val="dk2"/>
              </a:buClr>
              <a:buSzPts val="7700"/>
              <a:buFont typeface="Arial"/>
              <a:buChar char="○"/>
              <a:defRPr b="0" i="0" sz="7700" u="none" cap="none" strike="noStrike">
                <a:solidFill>
                  <a:schemeClr val="dk2"/>
                </a:solidFill>
                <a:latin typeface="Arial"/>
                <a:ea typeface="Arial"/>
                <a:cs typeface="Arial"/>
                <a:sym typeface="Arial"/>
              </a:defRPr>
            </a:lvl2pPr>
            <a:lvl3pPr indent="-717550" lvl="2" marL="1371600" marR="0" rtl="0" algn="l">
              <a:lnSpc>
                <a:spcPct val="115000"/>
              </a:lnSpc>
              <a:spcBef>
                <a:spcPts val="0"/>
              </a:spcBef>
              <a:spcAft>
                <a:spcPts val="0"/>
              </a:spcAft>
              <a:buClr>
                <a:schemeClr val="dk2"/>
              </a:buClr>
              <a:buSzPts val="7700"/>
              <a:buFont typeface="Arial"/>
              <a:buChar char="■"/>
              <a:defRPr b="0" i="0" sz="7700" u="none" cap="none" strike="noStrike">
                <a:solidFill>
                  <a:schemeClr val="dk2"/>
                </a:solidFill>
                <a:latin typeface="Arial"/>
                <a:ea typeface="Arial"/>
                <a:cs typeface="Arial"/>
                <a:sym typeface="Arial"/>
              </a:defRPr>
            </a:lvl3pPr>
            <a:lvl4pPr indent="-717550" lvl="3" marL="1828800" marR="0" rtl="0" algn="l">
              <a:lnSpc>
                <a:spcPct val="115000"/>
              </a:lnSpc>
              <a:spcBef>
                <a:spcPts val="0"/>
              </a:spcBef>
              <a:spcAft>
                <a:spcPts val="0"/>
              </a:spcAft>
              <a:buClr>
                <a:schemeClr val="dk2"/>
              </a:buClr>
              <a:buSzPts val="7700"/>
              <a:buFont typeface="Arial"/>
              <a:buChar char="●"/>
              <a:defRPr b="0" i="0" sz="7700" u="none" cap="none" strike="noStrike">
                <a:solidFill>
                  <a:schemeClr val="dk2"/>
                </a:solidFill>
                <a:latin typeface="Arial"/>
                <a:ea typeface="Arial"/>
                <a:cs typeface="Arial"/>
                <a:sym typeface="Arial"/>
              </a:defRPr>
            </a:lvl4pPr>
            <a:lvl5pPr indent="-717550" lvl="4" marL="2286000" marR="0" rtl="0" algn="l">
              <a:lnSpc>
                <a:spcPct val="115000"/>
              </a:lnSpc>
              <a:spcBef>
                <a:spcPts val="0"/>
              </a:spcBef>
              <a:spcAft>
                <a:spcPts val="0"/>
              </a:spcAft>
              <a:buClr>
                <a:schemeClr val="dk2"/>
              </a:buClr>
              <a:buSzPts val="7700"/>
              <a:buFont typeface="Arial"/>
              <a:buChar char="○"/>
              <a:defRPr b="0" i="0" sz="7700" u="none" cap="none" strike="noStrike">
                <a:solidFill>
                  <a:schemeClr val="dk2"/>
                </a:solidFill>
                <a:latin typeface="Arial"/>
                <a:ea typeface="Arial"/>
                <a:cs typeface="Arial"/>
                <a:sym typeface="Arial"/>
              </a:defRPr>
            </a:lvl5pPr>
            <a:lvl6pPr indent="-717550" lvl="5" marL="2743200" marR="0" rtl="0" algn="l">
              <a:lnSpc>
                <a:spcPct val="115000"/>
              </a:lnSpc>
              <a:spcBef>
                <a:spcPts val="0"/>
              </a:spcBef>
              <a:spcAft>
                <a:spcPts val="0"/>
              </a:spcAft>
              <a:buClr>
                <a:schemeClr val="dk2"/>
              </a:buClr>
              <a:buSzPts val="7700"/>
              <a:buFont typeface="Arial"/>
              <a:buChar char="■"/>
              <a:defRPr b="0" i="0" sz="7700" u="none" cap="none" strike="noStrike">
                <a:solidFill>
                  <a:schemeClr val="dk2"/>
                </a:solidFill>
                <a:latin typeface="Arial"/>
                <a:ea typeface="Arial"/>
                <a:cs typeface="Arial"/>
                <a:sym typeface="Arial"/>
              </a:defRPr>
            </a:lvl6pPr>
            <a:lvl7pPr indent="-717550" lvl="6" marL="3200400" marR="0" rtl="0" algn="l">
              <a:lnSpc>
                <a:spcPct val="115000"/>
              </a:lnSpc>
              <a:spcBef>
                <a:spcPts val="0"/>
              </a:spcBef>
              <a:spcAft>
                <a:spcPts val="0"/>
              </a:spcAft>
              <a:buClr>
                <a:schemeClr val="dk2"/>
              </a:buClr>
              <a:buSzPts val="7700"/>
              <a:buFont typeface="Arial"/>
              <a:buChar char="●"/>
              <a:defRPr b="0" i="0" sz="7700" u="none" cap="none" strike="noStrike">
                <a:solidFill>
                  <a:schemeClr val="dk2"/>
                </a:solidFill>
                <a:latin typeface="Arial"/>
                <a:ea typeface="Arial"/>
                <a:cs typeface="Arial"/>
                <a:sym typeface="Arial"/>
              </a:defRPr>
            </a:lvl7pPr>
            <a:lvl8pPr indent="-717550" lvl="7" marL="3657600" marR="0" rtl="0" algn="l">
              <a:lnSpc>
                <a:spcPct val="115000"/>
              </a:lnSpc>
              <a:spcBef>
                <a:spcPts val="0"/>
              </a:spcBef>
              <a:spcAft>
                <a:spcPts val="0"/>
              </a:spcAft>
              <a:buClr>
                <a:schemeClr val="dk2"/>
              </a:buClr>
              <a:buSzPts val="7700"/>
              <a:buFont typeface="Arial"/>
              <a:buChar char="○"/>
              <a:defRPr b="0" i="0" sz="7700" u="none" cap="none" strike="noStrike">
                <a:solidFill>
                  <a:schemeClr val="dk2"/>
                </a:solidFill>
                <a:latin typeface="Arial"/>
                <a:ea typeface="Arial"/>
                <a:cs typeface="Arial"/>
                <a:sym typeface="Arial"/>
              </a:defRPr>
            </a:lvl8pPr>
            <a:lvl9pPr indent="-717550" lvl="8" marL="4114800" marR="0" rtl="0" algn="l">
              <a:lnSpc>
                <a:spcPct val="115000"/>
              </a:lnSpc>
              <a:spcBef>
                <a:spcPts val="0"/>
              </a:spcBef>
              <a:spcAft>
                <a:spcPts val="0"/>
              </a:spcAft>
              <a:buClr>
                <a:schemeClr val="dk2"/>
              </a:buClr>
              <a:buSzPts val="7700"/>
              <a:buFont typeface="Arial"/>
              <a:buChar char="■"/>
              <a:defRPr b="0" i="0" sz="77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37278815" y="29844587"/>
            <a:ext cx="2415600" cy="2519100"/>
          </a:xfrm>
          <a:prstGeom prst="rect">
            <a:avLst/>
          </a:prstGeom>
          <a:noFill/>
          <a:ln>
            <a:noFill/>
          </a:ln>
        </p:spPr>
        <p:txBody>
          <a:bodyPr anchorCtr="0" anchor="ctr" bIns="506550" lIns="506550" spcFirstLastPara="1" rIns="506550" wrap="square" tIns="506550">
            <a:normAutofit/>
          </a:bodyPr>
          <a:lstStyle>
            <a:lvl1pPr indent="0" lvl="0" marL="0" marR="0" rtl="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5500"/>
              <a:buFont typeface="Arial"/>
              <a:buNone/>
              <a:defRPr b="0" i="0" sz="5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hyperlink" Target="mailto:rtchoua@depaul.edu" TargetMode="External"/><Relationship Id="rId13" Type="http://schemas.openxmlformats.org/officeDocument/2006/relationships/image" Target="../media/image2.png"/><Relationship Id="rId12"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mnguye93@depaul.edu" TargetMode="External"/><Relationship Id="rId4" Type="http://schemas.openxmlformats.org/officeDocument/2006/relationships/hyperlink" Target="mailto:amishr15@depaul.edu" TargetMode="External"/><Relationship Id="rId9" Type="http://schemas.openxmlformats.org/officeDocument/2006/relationships/hyperlink" Target="mailto:jfurst@cdm.depaul.edu" TargetMode="External"/><Relationship Id="rId14" Type="http://schemas.openxmlformats.org/officeDocument/2006/relationships/image" Target="../media/image4.png"/><Relationship Id="rId5" Type="http://schemas.openxmlformats.org/officeDocument/2006/relationships/hyperlink" Target="mailto:nmaglani@depaul.edu" TargetMode="External"/><Relationship Id="rId6" Type="http://schemas.openxmlformats.org/officeDocument/2006/relationships/hyperlink" Target="mailto:CPATEL54@depaul.edu" TargetMode="External"/><Relationship Id="rId7" Type="http://schemas.openxmlformats.org/officeDocument/2006/relationships/hyperlink" Target="about:blank" TargetMode="External"/><Relationship Id="rId8" Type="http://schemas.openxmlformats.org/officeDocument/2006/relationships/hyperlink" Target="mailto:Kelly.McCabe@sinai.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B5091"/>
        </a:solidFill>
      </p:bgPr>
    </p:bg>
    <p:spTree>
      <p:nvGrpSpPr>
        <p:cNvPr id="53" name="Shape 53"/>
        <p:cNvGrpSpPr/>
        <p:nvPr/>
      </p:nvGrpSpPr>
      <p:grpSpPr>
        <a:xfrm>
          <a:off x="0" y="0"/>
          <a:ext cx="0" cy="0"/>
          <a:chOff x="0" y="0"/>
          <a:chExt cx="0" cy="0"/>
        </a:xfrm>
      </p:grpSpPr>
      <p:sp>
        <p:nvSpPr>
          <p:cNvPr id="54" name="Google Shape;54;p1"/>
          <p:cNvSpPr/>
          <p:nvPr/>
        </p:nvSpPr>
        <p:spPr>
          <a:xfrm>
            <a:off x="15870876" y="29412630"/>
            <a:ext cx="5887200" cy="1784700"/>
          </a:xfrm>
          <a:prstGeom prst="roundRect">
            <a:avLst>
              <a:gd fmla="val 16667" name="adj"/>
            </a:avLst>
          </a:prstGeom>
          <a:solidFill>
            <a:srgbClr val="98473E"/>
          </a:solidFill>
          <a:ln>
            <a:noFill/>
          </a:ln>
        </p:spPr>
        <p:txBody>
          <a:bodyPr anchorCtr="0" anchor="t" bIns="140250" lIns="140250" spcFirstLastPara="1" rIns="140250" wrap="square" tIns="70125">
            <a:noAutofit/>
          </a:bodyPr>
          <a:lstStyle/>
          <a:p>
            <a:pPr indent="0" lvl="0" marL="0" marR="0" rtl="0" algn="l">
              <a:lnSpc>
                <a:spcPct val="100000"/>
              </a:lnSpc>
              <a:spcBef>
                <a:spcPts val="0"/>
              </a:spcBef>
              <a:spcAft>
                <a:spcPts val="0"/>
              </a:spcAft>
              <a:buClr>
                <a:srgbClr val="000000"/>
              </a:buClr>
              <a:buSzPts val="4400"/>
              <a:buFont typeface="Arial"/>
              <a:buNone/>
            </a:pPr>
            <a:r>
              <a:rPr b="1" i="0" lang="en-US" sz="3400" u="none" cap="none" strike="noStrike">
                <a:solidFill>
                  <a:schemeClr val="lt1"/>
                </a:solidFill>
                <a:latin typeface="Times New Roman"/>
                <a:ea typeface="Times New Roman"/>
                <a:cs typeface="Times New Roman"/>
                <a:sym typeface="Times New Roman"/>
              </a:rPr>
              <a:t>Acknowledgment</a:t>
            </a:r>
            <a:endParaRPr b="1" i="0" sz="3400" u="none" cap="none" strike="noStrike">
              <a:solidFill>
                <a:schemeClr val="lt1"/>
              </a:solidFill>
              <a:latin typeface="Times New Roman"/>
              <a:ea typeface="Times New Roman"/>
              <a:cs typeface="Times New Roman"/>
              <a:sym typeface="Times New Roman"/>
            </a:endParaRPr>
          </a:p>
        </p:txBody>
      </p:sp>
      <p:sp>
        <p:nvSpPr>
          <p:cNvPr id="55" name="Google Shape;55;p1"/>
          <p:cNvSpPr/>
          <p:nvPr/>
        </p:nvSpPr>
        <p:spPr>
          <a:xfrm>
            <a:off x="15548002" y="4487127"/>
            <a:ext cx="7623000" cy="1846800"/>
          </a:xfrm>
          <a:prstGeom prst="roundRect">
            <a:avLst>
              <a:gd fmla="val 16667" name="adj"/>
            </a:avLst>
          </a:prstGeom>
          <a:solidFill>
            <a:srgbClr val="98473E"/>
          </a:solidFill>
          <a:ln>
            <a:noFill/>
          </a:ln>
        </p:spPr>
        <p:txBody>
          <a:bodyPr anchorCtr="0" anchor="t" bIns="140250" lIns="140250" spcFirstLastPara="1" rIns="140250" wrap="square" tIns="70125">
            <a:noAutofit/>
          </a:bodyPr>
          <a:lstStyle/>
          <a:p>
            <a:pPr indent="0" lvl="0" marL="0" marR="0" rtl="0" algn="l">
              <a:lnSpc>
                <a:spcPct val="100000"/>
              </a:lnSpc>
              <a:spcBef>
                <a:spcPts val="0"/>
              </a:spcBef>
              <a:spcAft>
                <a:spcPts val="0"/>
              </a:spcAft>
              <a:buClr>
                <a:schemeClr val="dk1"/>
              </a:buClr>
              <a:buSzPts val="4400"/>
              <a:buFont typeface="Arial"/>
              <a:buNone/>
            </a:pPr>
            <a:r>
              <a:rPr b="1" i="0" lang="en-US" sz="3400" u="none" cap="none" strike="noStrike">
                <a:solidFill>
                  <a:schemeClr val="lt1"/>
                </a:solidFill>
                <a:latin typeface="Times New Roman"/>
                <a:ea typeface="Times New Roman"/>
                <a:cs typeface="Times New Roman"/>
                <a:sym typeface="Times New Roman"/>
              </a:rPr>
              <a:t> Results &amp; Future Work</a:t>
            </a:r>
            <a:endParaRPr b="1" i="0" sz="34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400"/>
              <a:buFont typeface="Arial"/>
              <a:buNone/>
            </a:pPr>
            <a:r>
              <a:t/>
            </a:r>
            <a:endParaRPr b="1" i="0" sz="3400" u="none" cap="none" strike="noStrike">
              <a:solidFill>
                <a:schemeClr val="lt1"/>
              </a:solidFill>
              <a:latin typeface="Times New Roman"/>
              <a:ea typeface="Times New Roman"/>
              <a:cs typeface="Times New Roman"/>
              <a:sym typeface="Times New Roman"/>
            </a:endParaRPr>
          </a:p>
        </p:txBody>
      </p:sp>
      <p:sp>
        <p:nvSpPr>
          <p:cNvPr id="56" name="Google Shape;56;p1"/>
          <p:cNvSpPr/>
          <p:nvPr/>
        </p:nvSpPr>
        <p:spPr>
          <a:xfrm>
            <a:off x="408763" y="14149097"/>
            <a:ext cx="4532100" cy="1381200"/>
          </a:xfrm>
          <a:prstGeom prst="roundRect">
            <a:avLst>
              <a:gd fmla="val 16667" name="adj"/>
            </a:avLst>
          </a:prstGeom>
          <a:solidFill>
            <a:srgbClr val="98473E"/>
          </a:solidFill>
          <a:ln>
            <a:noFill/>
          </a:ln>
        </p:spPr>
        <p:txBody>
          <a:bodyPr anchorCtr="0" anchor="t" bIns="140250" lIns="140250" spcFirstLastPara="1" rIns="140250" wrap="square" tIns="70125">
            <a:noAutofit/>
          </a:bodyPr>
          <a:lstStyle/>
          <a:p>
            <a:pPr indent="0" lvl="0" marL="0" marR="0" rtl="0" algn="l">
              <a:lnSpc>
                <a:spcPct val="100000"/>
              </a:lnSpc>
              <a:spcBef>
                <a:spcPts val="0"/>
              </a:spcBef>
              <a:spcAft>
                <a:spcPts val="0"/>
              </a:spcAft>
              <a:buClr>
                <a:srgbClr val="000000"/>
              </a:buClr>
              <a:buSzPts val="4400"/>
              <a:buFont typeface="Arial"/>
              <a:buNone/>
            </a:pPr>
            <a:r>
              <a:rPr b="1" i="0" lang="en-US" sz="3400" u="none" cap="none" strike="noStrike">
                <a:solidFill>
                  <a:schemeClr val="lt1"/>
                </a:solidFill>
                <a:latin typeface="Times New Roman"/>
                <a:ea typeface="Times New Roman"/>
                <a:cs typeface="Times New Roman"/>
                <a:sym typeface="Times New Roman"/>
              </a:rPr>
              <a:t>  Background</a:t>
            </a:r>
            <a:endParaRPr b="1" i="0" sz="3400" u="none" cap="none" strike="noStrike">
              <a:solidFill>
                <a:schemeClr val="lt1"/>
              </a:solidFill>
              <a:latin typeface="Times New Roman"/>
              <a:ea typeface="Times New Roman"/>
              <a:cs typeface="Times New Roman"/>
              <a:sym typeface="Times New Roman"/>
            </a:endParaRPr>
          </a:p>
        </p:txBody>
      </p:sp>
      <p:sp>
        <p:nvSpPr>
          <p:cNvPr id="57" name="Google Shape;57;p1"/>
          <p:cNvSpPr/>
          <p:nvPr/>
        </p:nvSpPr>
        <p:spPr>
          <a:xfrm>
            <a:off x="408763" y="14826167"/>
            <a:ext cx="13480500" cy="5662200"/>
          </a:xfrm>
          <a:prstGeom prst="roundRect">
            <a:avLst>
              <a:gd fmla="val 8616" name="adj"/>
            </a:avLst>
          </a:prstGeom>
          <a:solidFill>
            <a:srgbClr val="F3F3F3"/>
          </a:solidFill>
          <a:ln cap="flat" cmpd="sng" w="19050">
            <a:solidFill>
              <a:srgbClr val="98473E"/>
            </a:solidFill>
            <a:prstDash val="solid"/>
            <a:round/>
            <a:headEnd len="sm" w="sm" type="none"/>
            <a:tailEnd len="sm" w="sm" type="none"/>
          </a:ln>
        </p:spPr>
        <p:txBody>
          <a:bodyPr anchorCtr="0" anchor="ctr" bIns="140250" lIns="140250" spcFirstLastPara="1" rIns="140250" wrap="square" tIns="140250">
            <a:noAutofit/>
          </a:bodyPr>
          <a:lstStyle/>
          <a:p>
            <a:pPr indent="0" lvl="0" marL="0" marR="0" rtl="0" algn="l">
              <a:lnSpc>
                <a:spcPct val="100000"/>
              </a:lnSpc>
              <a:spcBef>
                <a:spcPts val="0"/>
              </a:spcBef>
              <a:spcAft>
                <a:spcPts val="0"/>
              </a:spcAft>
              <a:buNone/>
            </a:pPr>
            <a:r>
              <a:rPr b="0" i="0" lang="en-US" sz="3700" u="none" cap="none" strike="noStrike">
                <a:solidFill>
                  <a:schemeClr val="dk1"/>
                </a:solidFill>
                <a:latin typeface="Times New Roman"/>
                <a:ea typeface="Times New Roman"/>
                <a:cs typeface="Times New Roman"/>
                <a:sym typeface="Times New Roman"/>
              </a:rPr>
              <a:t>Food insecurity is a key factor in hospital readmissions. Through the Hospital Readmission Reduction Program, hospitals are incentivized to address this issue with interventions like healthy food prescriptions and medically tailored meals. Sinai Urban Health Institute and DePaul University are using community health worker (CHW) data to identify high-risk patients. Our research applies machine learning to CHW resource notes to improve readmission predictions, with early results showing a link between unmet resource needs and higher readmission risk.</a:t>
            </a:r>
            <a:endParaRPr sz="3700"/>
          </a:p>
        </p:txBody>
      </p:sp>
      <p:sp>
        <p:nvSpPr>
          <p:cNvPr id="58" name="Google Shape;58;p1"/>
          <p:cNvSpPr/>
          <p:nvPr/>
        </p:nvSpPr>
        <p:spPr>
          <a:xfrm>
            <a:off x="2956579" y="340000"/>
            <a:ext cx="29640600" cy="1544400"/>
          </a:xfrm>
          <a:prstGeom prst="homePlate">
            <a:avLst>
              <a:gd fmla="val 50000" name="adj"/>
            </a:avLst>
          </a:prstGeom>
          <a:solidFill>
            <a:srgbClr val="4A7DBA"/>
          </a:solidFill>
          <a:ln>
            <a:noFill/>
          </a:ln>
        </p:spPr>
        <p:txBody>
          <a:bodyPr anchorCtr="0" anchor="ctr" bIns="140250" lIns="140250" spcFirstLastPara="1" rIns="140250" wrap="square" tIns="140250">
            <a:noAutofit/>
          </a:bodyPr>
          <a:lstStyle/>
          <a:p>
            <a:pPr indent="0" lvl="0" marL="0" marR="0" rtl="0" algn="l">
              <a:lnSpc>
                <a:spcPct val="100000"/>
              </a:lnSpc>
              <a:spcBef>
                <a:spcPts val="0"/>
              </a:spcBef>
              <a:spcAft>
                <a:spcPts val="0"/>
              </a:spcAft>
              <a:buClr>
                <a:srgbClr val="000000"/>
              </a:buClr>
              <a:buSzPts val="9900"/>
              <a:buFont typeface="Arial"/>
              <a:buNone/>
            </a:pPr>
            <a:r>
              <a:rPr b="1" i="0" lang="en-US" sz="5200" u="none" cap="none" strike="noStrike">
                <a:solidFill>
                  <a:srgbClr val="FFFFFF"/>
                </a:solidFill>
                <a:latin typeface="Times New Roman"/>
                <a:ea typeface="Times New Roman"/>
                <a:cs typeface="Times New Roman"/>
                <a:sym typeface="Times New Roman"/>
              </a:rPr>
              <a:t>Leveraging Community Health Worker (CHW) Notes to Supplement Tabular Features and Improve the Classification of Emergency Department (ED) Readmissions.</a:t>
            </a:r>
            <a:endParaRPr b="1" i="0" sz="5200" u="none" cap="none" strike="noStrike">
              <a:solidFill>
                <a:srgbClr val="FFFFFF"/>
              </a:solidFill>
              <a:latin typeface="Times New Roman"/>
              <a:ea typeface="Times New Roman"/>
              <a:cs typeface="Times New Roman"/>
              <a:sym typeface="Times New Roman"/>
            </a:endParaRPr>
          </a:p>
        </p:txBody>
      </p:sp>
      <p:sp>
        <p:nvSpPr>
          <p:cNvPr id="59" name="Google Shape;59;p1"/>
          <p:cNvSpPr txBox="1"/>
          <p:nvPr/>
        </p:nvSpPr>
        <p:spPr>
          <a:xfrm>
            <a:off x="2884640" y="1942400"/>
            <a:ext cx="25544100" cy="1853400"/>
          </a:xfrm>
          <a:prstGeom prst="rect">
            <a:avLst/>
          </a:prstGeom>
          <a:noFill/>
          <a:ln>
            <a:noFill/>
          </a:ln>
        </p:spPr>
        <p:txBody>
          <a:bodyPr anchorCtr="0" anchor="t" bIns="140250" lIns="140250" spcFirstLastPara="1" rIns="140250" wrap="square" tIns="140250">
            <a:spAutoFit/>
          </a:bodyPr>
          <a:lstStyle/>
          <a:p>
            <a:pPr indent="0" lvl="0" marL="0" marR="0" rtl="0" algn="l">
              <a:lnSpc>
                <a:spcPct val="100000"/>
              </a:lnSpc>
              <a:spcBef>
                <a:spcPts val="0"/>
              </a:spcBef>
              <a:spcAft>
                <a:spcPts val="0"/>
              </a:spcAft>
              <a:buClr>
                <a:srgbClr val="000000"/>
              </a:buClr>
              <a:buSzPts val="4400"/>
              <a:buFont typeface="Arial"/>
              <a:buNone/>
            </a:pPr>
            <a:r>
              <a:rPr b="1" i="0" lang="en-US" sz="3400" u="none" cap="none" strike="noStrike">
                <a:solidFill>
                  <a:srgbClr val="FFFFFF"/>
                </a:solidFill>
                <a:latin typeface="Times New Roman"/>
                <a:ea typeface="Times New Roman"/>
                <a:cs typeface="Times New Roman"/>
                <a:sym typeface="Times New Roman"/>
              </a:rPr>
              <a:t>Minh Nguyen, Ankita Mishra, Navika Maglani, Charmi Patel,  Daniela Raicu,  Kelly McCabe,  Jacob Furst, and  Roselyne Tchoua</a:t>
            </a:r>
            <a:endParaRPr b="1" i="0" sz="3400" u="none" cap="none" strike="noStrike">
              <a:solidFill>
                <a:srgbClr val="FFFF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400"/>
              <a:buFont typeface="Arial"/>
              <a:buNone/>
            </a:pPr>
            <a:r>
              <a:rPr b="1" i="1" lang="en-US" sz="3400" u="none" cap="none" strike="noStrike">
                <a:solidFill>
                  <a:srgbClr val="FFFFFF"/>
                </a:solidFill>
                <a:latin typeface="Times New Roman"/>
                <a:ea typeface="Times New Roman"/>
                <a:cs typeface="Times New Roman"/>
                <a:sym typeface="Times New Roman"/>
              </a:rPr>
              <a:t>DePaul University, College of Computing and Digital Media</a:t>
            </a:r>
            <a:endParaRPr b="1" i="1" sz="3400" u="none" cap="none" strike="noStrike">
              <a:solidFill>
                <a:srgbClr val="FFFF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400"/>
              <a:buFont typeface="Arial"/>
              <a:buNone/>
            </a:pPr>
            <a:r>
              <a:rPr b="1" i="1" lang="en-US" sz="3400" u="none" cap="none" strike="noStrike">
                <a:solidFill>
                  <a:srgbClr val="FFFFFF"/>
                </a:solidFill>
                <a:latin typeface="Times New Roman"/>
                <a:ea typeface="Times New Roman"/>
                <a:cs typeface="Times New Roman"/>
                <a:sym typeface="Times New Roman"/>
              </a:rPr>
              <a:t>Sinai Urban Health Institute</a:t>
            </a:r>
            <a:endParaRPr b="1" i="1" sz="3400" u="none" cap="none" strike="noStrike">
              <a:solidFill>
                <a:srgbClr val="FFFFFF"/>
              </a:solidFill>
              <a:latin typeface="Times New Roman"/>
              <a:ea typeface="Times New Roman"/>
              <a:cs typeface="Times New Roman"/>
              <a:sym typeface="Times New Roman"/>
            </a:endParaRPr>
          </a:p>
        </p:txBody>
      </p:sp>
      <p:sp>
        <p:nvSpPr>
          <p:cNvPr id="60" name="Google Shape;60;p1"/>
          <p:cNvSpPr txBox="1"/>
          <p:nvPr/>
        </p:nvSpPr>
        <p:spPr>
          <a:xfrm>
            <a:off x="32903529" y="340000"/>
            <a:ext cx="7623000" cy="4577700"/>
          </a:xfrm>
          <a:prstGeom prst="rect">
            <a:avLst/>
          </a:prstGeom>
          <a:noFill/>
          <a:ln>
            <a:noFill/>
          </a:ln>
        </p:spPr>
        <p:txBody>
          <a:bodyPr anchorCtr="0" anchor="t" bIns="140250" lIns="140250" spcFirstLastPara="1" rIns="140250" wrap="square" tIns="140250">
            <a:spAutoFit/>
          </a:bodyPr>
          <a:lstStyle/>
          <a:p>
            <a:pPr indent="0" lvl="0" marL="0" marR="0" rtl="0" algn="ctr">
              <a:lnSpc>
                <a:spcPct val="100000"/>
              </a:lnSpc>
              <a:spcBef>
                <a:spcPts val="0"/>
              </a:spcBef>
              <a:spcAft>
                <a:spcPts val="0"/>
              </a:spcAft>
              <a:buClr>
                <a:srgbClr val="000000"/>
              </a:buClr>
              <a:buSzPts val="3300"/>
              <a:buFont typeface="Arial"/>
              <a:buNone/>
            </a:pPr>
            <a:r>
              <a:rPr b="1" i="0" lang="en-US" sz="3100" u="sng" cap="none" strike="noStrike">
                <a:solidFill>
                  <a:schemeClr val="lt1"/>
                </a:solidFill>
                <a:latin typeface="Times New Roman"/>
                <a:ea typeface="Times New Roman"/>
                <a:cs typeface="Times New Roman"/>
                <a:sym typeface="Times New Roman"/>
                <a:hlinkClick r:id="rId3">
                  <a:extLst>
                    <a:ext uri="{A12FA001-AC4F-418D-AE19-62706E023703}">
                      <ahyp:hlinkClr val="tx"/>
                    </a:ext>
                  </a:extLst>
                </a:hlinkClick>
              </a:rPr>
              <a:t>mnguye93@depaul.edu</a:t>
            </a:r>
            <a:endParaRPr b="1" i="0" sz="31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300"/>
              <a:buFont typeface="Arial"/>
              <a:buNone/>
            </a:pPr>
            <a:r>
              <a:rPr b="1" i="0" lang="en-US" sz="3100" u="sng" cap="none" strike="noStrike">
                <a:solidFill>
                  <a:schemeClr val="lt1"/>
                </a:solidFill>
                <a:latin typeface="Times New Roman"/>
                <a:ea typeface="Times New Roman"/>
                <a:cs typeface="Times New Roman"/>
                <a:sym typeface="Times New Roman"/>
                <a:hlinkClick r:id="rId4">
                  <a:extLst>
                    <a:ext uri="{A12FA001-AC4F-418D-AE19-62706E023703}">
                      <ahyp:hlinkClr val="tx"/>
                    </a:ext>
                  </a:extLst>
                </a:hlinkClick>
              </a:rPr>
              <a:t>amishr15@depaul.edu</a:t>
            </a:r>
            <a:endParaRPr b="1" i="0" sz="31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300"/>
              <a:buFont typeface="Arial"/>
              <a:buNone/>
            </a:pPr>
            <a:r>
              <a:rPr b="1" i="0" lang="en-US" sz="3100" u="sng" cap="none" strike="noStrike">
                <a:solidFill>
                  <a:schemeClr val="lt1"/>
                </a:solidFill>
                <a:latin typeface="Times New Roman"/>
                <a:ea typeface="Times New Roman"/>
                <a:cs typeface="Times New Roman"/>
                <a:sym typeface="Times New Roman"/>
                <a:hlinkClick r:id="rId5">
                  <a:extLst>
                    <a:ext uri="{A12FA001-AC4F-418D-AE19-62706E023703}">
                      <ahyp:hlinkClr val="tx"/>
                    </a:ext>
                  </a:extLst>
                </a:hlinkClick>
              </a:rPr>
              <a:t>nmaglani@depaul.edu</a:t>
            </a:r>
            <a:endParaRPr b="1" i="0" sz="31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300"/>
              <a:buFont typeface="Arial"/>
              <a:buNone/>
            </a:pPr>
            <a:r>
              <a:rPr b="1" i="0" lang="en-US" sz="3100" u="sng" cap="none" strike="noStrike">
                <a:solidFill>
                  <a:schemeClr val="lt1"/>
                </a:solidFill>
                <a:latin typeface="Times New Roman"/>
                <a:ea typeface="Times New Roman"/>
                <a:cs typeface="Times New Roman"/>
                <a:sym typeface="Times New Roman"/>
                <a:hlinkClick r:id="rId6">
                  <a:extLst>
                    <a:ext uri="{A12FA001-AC4F-418D-AE19-62706E023703}">
                      <ahyp:hlinkClr val="tx"/>
                    </a:ext>
                  </a:extLst>
                </a:hlinkClick>
              </a:rPr>
              <a:t>CPATEL54@depaul.edu</a:t>
            </a:r>
            <a:endParaRPr b="1" i="0" sz="31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300"/>
              <a:buFont typeface="Arial"/>
              <a:buNone/>
            </a:pPr>
            <a:r>
              <a:rPr b="1" i="0" lang="en-US" sz="3100" u="sng" cap="none" strike="noStrike">
                <a:solidFill>
                  <a:schemeClr val="lt1"/>
                </a:solidFill>
                <a:latin typeface="Times New Roman"/>
                <a:ea typeface="Times New Roman"/>
                <a:cs typeface="Times New Roman"/>
                <a:sym typeface="Times New Roman"/>
                <a:hlinkClick r:id="rId7">
                  <a:extLst>
                    <a:ext uri="{A12FA001-AC4F-418D-AE19-62706E023703}">
                      <ahyp:hlinkClr val="tx"/>
                    </a:ext>
                  </a:extLst>
                </a:hlinkClick>
              </a:rPr>
              <a:t>draicu@cdm,.depaul.edu</a:t>
            </a:r>
            <a:endParaRPr b="1" i="0" sz="31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300"/>
              <a:buFont typeface="Arial"/>
              <a:buNone/>
            </a:pPr>
            <a:r>
              <a:rPr b="1" i="0" lang="en-US" sz="3100" u="sng" cap="none" strike="noStrike">
                <a:solidFill>
                  <a:schemeClr val="lt1"/>
                </a:solidFill>
                <a:latin typeface="Times New Roman"/>
                <a:ea typeface="Times New Roman"/>
                <a:cs typeface="Times New Roman"/>
                <a:sym typeface="Times New Roman"/>
                <a:hlinkClick r:id="rId8">
                  <a:extLst>
                    <a:ext uri="{A12FA001-AC4F-418D-AE19-62706E023703}">
                      <ahyp:hlinkClr val="tx"/>
                    </a:ext>
                  </a:extLst>
                </a:hlinkClick>
              </a:rPr>
              <a:t>Kelly.McCabe@sinai.org</a:t>
            </a:r>
            <a:endParaRPr b="1" i="0" sz="31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300"/>
              <a:buFont typeface="Arial"/>
              <a:buNone/>
            </a:pPr>
            <a:r>
              <a:rPr b="1" i="0" lang="en-US" sz="3100" u="sng" cap="none" strike="noStrike">
                <a:solidFill>
                  <a:schemeClr val="lt1"/>
                </a:solidFill>
                <a:latin typeface="Times New Roman"/>
                <a:ea typeface="Times New Roman"/>
                <a:cs typeface="Times New Roman"/>
                <a:sym typeface="Times New Roman"/>
                <a:hlinkClick r:id="rId9">
                  <a:extLst>
                    <a:ext uri="{A12FA001-AC4F-418D-AE19-62706E023703}">
                      <ahyp:hlinkClr val="tx"/>
                    </a:ext>
                  </a:extLst>
                </a:hlinkClick>
              </a:rPr>
              <a:t>jfurst@cdm.depaul.edu</a:t>
            </a:r>
            <a:endParaRPr b="1" i="0" sz="31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300"/>
              <a:buFont typeface="Arial"/>
              <a:buNone/>
            </a:pPr>
            <a:r>
              <a:rPr b="1" i="0" lang="en-US" sz="3100" u="sng" cap="none" strike="noStrike">
                <a:solidFill>
                  <a:schemeClr val="lt1"/>
                </a:solidFill>
                <a:latin typeface="Times New Roman"/>
                <a:ea typeface="Times New Roman"/>
                <a:cs typeface="Times New Roman"/>
                <a:sym typeface="Times New Roman"/>
                <a:hlinkClick r:id="rId10">
                  <a:extLst>
                    <a:ext uri="{A12FA001-AC4F-418D-AE19-62706E023703}">
                      <ahyp:hlinkClr val="tx"/>
                    </a:ext>
                  </a:extLst>
                </a:hlinkClick>
              </a:rPr>
              <a:t>rtchoua@depaul.edu</a:t>
            </a:r>
            <a:endParaRPr b="1" i="0" sz="31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300"/>
              <a:buFont typeface="Arial"/>
              <a:buNone/>
            </a:pPr>
            <a:r>
              <a:t/>
            </a:r>
            <a:endParaRPr b="1" i="0" sz="3100" u="none" cap="none" strike="noStrike">
              <a:solidFill>
                <a:schemeClr val="lt1"/>
              </a:solidFill>
              <a:latin typeface="Times New Roman"/>
              <a:ea typeface="Times New Roman"/>
              <a:cs typeface="Times New Roman"/>
              <a:sym typeface="Times New Roman"/>
            </a:endParaRPr>
          </a:p>
        </p:txBody>
      </p:sp>
      <p:sp>
        <p:nvSpPr>
          <p:cNvPr id="61" name="Google Shape;61;p1"/>
          <p:cNvSpPr/>
          <p:nvPr/>
        </p:nvSpPr>
        <p:spPr>
          <a:xfrm>
            <a:off x="408774" y="4487131"/>
            <a:ext cx="3494700" cy="1846800"/>
          </a:xfrm>
          <a:prstGeom prst="roundRect">
            <a:avLst>
              <a:gd fmla="val 16667" name="adj"/>
            </a:avLst>
          </a:prstGeom>
          <a:solidFill>
            <a:srgbClr val="98473E"/>
          </a:solidFill>
          <a:ln>
            <a:noFill/>
          </a:ln>
        </p:spPr>
        <p:txBody>
          <a:bodyPr anchorCtr="0" anchor="t" bIns="140250" lIns="140250" spcFirstLastPara="1" rIns="140250" wrap="square" tIns="70125">
            <a:noAutofit/>
          </a:bodyPr>
          <a:lstStyle/>
          <a:p>
            <a:pPr indent="0" lvl="0" marL="0" marR="0" rtl="0" algn="l">
              <a:lnSpc>
                <a:spcPct val="100000"/>
              </a:lnSpc>
              <a:spcBef>
                <a:spcPts val="0"/>
              </a:spcBef>
              <a:spcAft>
                <a:spcPts val="0"/>
              </a:spcAft>
              <a:buClr>
                <a:srgbClr val="000000"/>
              </a:buClr>
              <a:buSzPts val="4400"/>
              <a:buFont typeface="Arial"/>
              <a:buNone/>
            </a:pPr>
            <a:r>
              <a:rPr b="1" i="0" lang="en-US" sz="3400" u="none" cap="none" strike="noStrike">
                <a:solidFill>
                  <a:schemeClr val="lt1"/>
                </a:solidFill>
                <a:latin typeface="Times New Roman"/>
                <a:ea typeface="Times New Roman"/>
                <a:cs typeface="Times New Roman"/>
                <a:sym typeface="Times New Roman"/>
              </a:rPr>
              <a:t>Abstract</a:t>
            </a:r>
            <a:endParaRPr b="1" i="0" sz="3400" u="none" cap="none" strike="noStrike">
              <a:solidFill>
                <a:schemeClr val="lt1"/>
              </a:solidFill>
              <a:latin typeface="Times New Roman"/>
              <a:ea typeface="Times New Roman"/>
              <a:cs typeface="Times New Roman"/>
              <a:sym typeface="Times New Roman"/>
            </a:endParaRPr>
          </a:p>
        </p:txBody>
      </p:sp>
      <p:sp>
        <p:nvSpPr>
          <p:cNvPr id="62" name="Google Shape;62;p1"/>
          <p:cNvSpPr/>
          <p:nvPr/>
        </p:nvSpPr>
        <p:spPr>
          <a:xfrm>
            <a:off x="412941" y="5171036"/>
            <a:ext cx="14269200" cy="8621400"/>
          </a:xfrm>
          <a:prstGeom prst="roundRect">
            <a:avLst>
              <a:gd fmla="val 9293" name="adj"/>
            </a:avLst>
          </a:prstGeom>
          <a:solidFill>
            <a:srgbClr val="F3F3F3"/>
          </a:solidFill>
          <a:ln cap="flat" cmpd="sng" w="19050">
            <a:solidFill>
              <a:srgbClr val="98473E"/>
            </a:solidFill>
            <a:prstDash val="solid"/>
            <a:round/>
            <a:headEnd len="sm" w="sm" type="none"/>
            <a:tailEnd len="sm" w="sm" type="none"/>
          </a:ln>
        </p:spPr>
        <p:txBody>
          <a:bodyPr anchorCtr="0" anchor="ctr" bIns="140250" lIns="140250" spcFirstLastPara="1" rIns="140250" wrap="square" tIns="140250">
            <a:noAutofit/>
          </a:bodyPr>
          <a:lstStyle/>
          <a:p>
            <a:pPr indent="0" lvl="0" marL="0" marR="0" rtl="0" algn="l">
              <a:lnSpc>
                <a:spcPct val="115000"/>
              </a:lnSpc>
              <a:spcBef>
                <a:spcPts val="0"/>
              </a:spcBef>
              <a:spcAft>
                <a:spcPts val="0"/>
              </a:spcAft>
              <a:buClr>
                <a:schemeClr val="dk1"/>
              </a:buClr>
              <a:buSzPts val="6600"/>
              <a:buFont typeface="Arial"/>
              <a:buNone/>
            </a:pPr>
            <a:r>
              <a:rPr b="0" i="0" lang="en-US" sz="3200" u="none" cap="none" strike="noStrike">
                <a:solidFill>
                  <a:schemeClr val="dk1"/>
                </a:solidFill>
                <a:latin typeface="Times New Roman"/>
                <a:ea typeface="Times New Roman"/>
                <a:cs typeface="Times New Roman"/>
                <a:sym typeface="Times New Roman"/>
              </a:rPr>
              <a:t>As machine learning advances, researchers and healthcare providers are applying it to health informatics to </a:t>
            </a:r>
            <a:r>
              <a:rPr b="1" i="0" lang="en-US" sz="3200" u="none" cap="none" strike="noStrike">
                <a:solidFill>
                  <a:schemeClr val="dk1"/>
                </a:solidFill>
                <a:latin typeface="Times New Roman"/>
                <a:ea typeface="Times New Roman"/>
                <a:cs typeface="Times New Roman"/>
                <a:sym typeface="Times New Roman"/>
              </a:rPr>
              <a:t>improve outcomes and promote equity</a:t>
            </a:r>
            <a:r>
              <a:rPr b="0" i="0" lang="en-US" sz="3200" u="none" cap="none" strike="noStrike">
                <a:solidFill>
                  <a:schemeClr val="dk1"/>
                </a:solidFill>
                <a:latin typeface="Times New Roman"/>
                <a:ea typeface="Times New Roman"/>
                <a:cs typeface="Times New Roman"/>
                <a:sym typeface="Times New Roman"/>
              </a:rPr>
              <a:t>. The Centers for Medicare and Medicaid Services view </a:t>
            </a:r>
            <a:r>
              <a:rPr b="1" i="0" lang="en-US" sz="3200" u="none" cap="none" strike="noStrike">
                <a:solidFill>
                  <a:schemeClr val="dk1"/>
                </a:solidFill>
                <a:latin typeface="Times New Roman"/>
                <a:ea typeface="Times New Roman"/>
                <a:cs typeface="Times New Roman"/>
                <a:sym typeface="Times New Roman"/>
              </a:rPr>
              <a:t>30-day Emergency Department (ED) readmissions </a:t>
            </a:r>
            <a:r>
              <a:rPr b="0" i="0" lang="en-US" sz="3200" u="none" cap="none" strike="noStrike">
                <a:solidFill>
                  <a:schemeClr val="dk1"/>
                </a:solidFill>
                <a:latin typeface="Times New Roman"/>
                <a:ea typeface="Times New Roman"/>
                <a:cs typeface="Times New Roman"/>
                <a:sym typeface="Times New Roman"/>
              </a:rPr>
              <a:t>as a key quality measure, aiming to </a:t>
            </a:r>
            <a:r>
              <a:rPr b="1" i="0" lang="en-US" sz="3200" u="none" cap="none" strike="noStrike">
                <a:solidFill>
                  <a:schemeClr val="dk1"/>
                </a:solidFill>
                <a:latin typeface="Times New Roman"/>
                <a:ea typeface="Times New Roman"/>
                <a:cs typeface="Times New Roman"/>
                <a:sym typeface="Times New Roman"/>
              </a:rPr>
              <a:t>reduce readmission rates</a:t>
            </a:r>
            <a:r>
              <a:rPr b="0" i="0" lang="en-US" sz="3200" u="none" cap="none" strike="noStrike">
                <a:solidFill>
                  <a:schemeClr val="dk1"/>
                </a:solidFill>
                <a:latin typeface="Times New Roman"/>
                <a:ea typeface="Times New Roman"/>
                <a:cs typeface="Times New Roman"/>
                <a:sym typeface="Times New Roman"/>
              </a:rPr>
              <a:t>. The Sinai Urban Health Institute (SUHI) trains Community Health Workers (CHWs) from local Chicago neighborhoods to support patients after discharge, helping prevent readmissions. While CHW and Social Determinants of Health (SDoH) data have been used in predictive models, CHW text notes remain untapped due to their </a:t>
            </a:r>
            <a:r>
              <a:rPr b="1" i="0" lang="en-US" sz="3200" u="none" cap="none" strike="noStrike">
                <a:solidFill>
                  <a:schemeClr val="dk1"/>
                </a:solidFill>
                <a:latin typeface="Times New Roman"/>
                <a:ea typeface="Times New Roman"/>
                <a:cs typeface="Times New Roman"/>
                <a:sym typeface="Times New Roman"/>
              </a:rPr>
              <a:t>unstructured nature</a:t>
            </a:r>
            <a:r>
              <a:rPr b="0" i="0" lang="en-US" sz="3200" u="none" cap="none" strike="noStrike">
                <a:solidFill>
                  <a:schemeClr val="dk1"/>
                </a:solidFill>
                <a:latin typeface="Times New Roman"/>
                <a:ea typeface="Times New Roman"/>
                <a:cs typeface="Times New Roman"/>
                <a:sym typeface="Times New Roman"/>
              </a:rPr>
              <a:t>. Our project focuses on a </a:t>
            </a:r>
            <a:r>
              <a:rPr b="1" i="0" lang="en-US" sz="3200" u="none" cap="none" strike="noStrike">
                <a:solidFill>
                  <a:schemeClr val="dk1"/>
                </a:solidFill>
                <a:latin typeface="Times New Roman"/>
                <a:ea typeface="Times New Roman"/>
                <a:cs typeface="Times New Roman"/>
                <a:sym typeface="Times New Roman"/>
              </a:rPr>
              <a:t>subset of “resource notes” (e.g., food, transportation) </a:t>
            </a:r>
            <a:r>
              <a:rPr b="0" i="0" lang="en-US" sz="3200" u="none" cap="none" strike="noStrike">
                <a:solidFill>
                  <a:schemeClr val="dk1"/>
                </a:solidFill>
                <a:latin typeface="Times New Roman"/>
                <a:ea typeface="Times New Roman"/>
                <a:cs typeface="Times New Roman"/>
                <a:sym typeface="Times New Roman"/>
              </a:rPr>
              <a:t>to enrich CHW notes with tags that may improve readmission predictions. So far, we’ve conducted frequency analysis and visualizations, highlighting </a:t>
            </a:r>
            <a:r>
              <a:rPr b="1" i="0" lang="en-US" sz="3200" u="none" cap="none" strike="noStrike">
                <a:solidFill>
                  <a:schemeClr val="dk1"/>
                </a:solidFill>
                <a:latin typeface="Times New Roman"/>
                <a:ea typeface="Times New Roman"/>
                <a:cs typeface="Times New Roman"/>
                <a:sym typeface="Times New Roman"/>
              </a:rPr>
              <a:t>differences between contact and resource notes</a:t>
            </a:r>
            <a:r>
              <a:rPr b="0" i="0" lang="en-US" sz="3200" u="none" cap="none" strike="noStrike">
                <a:solidFill>
                  <a:schemeClr val="dk1"/>
                </a:solidFill>
                <a:latin typeface="Times New Roman"/>
                <a:ea typeface="Times New Roman"/>
                <a:cs typeface="Times New Roman"/>
                <a:sym typeface="Times New Roman"/>
              </a:rPr>
              <a:t>, particularly around </a:t>
            </a:r>
            <a:r>
              <a:rPr b="1" i="0" lang="en-US" sz="3200" u="none" cap="none" strike="noStrike">
                <a:solidFill>
                  <a:schemeClr val="dk1"/>
                </a:solidFill>
                <a:latin typeface="Times New Roman"/>
                <a:ea typeface="Times New Roman"/>
                <a:cs typeface="Times New Roman"/>
                <a:sym typeface="Times New Roman"/>
              </a:rPr>
              <a:t>food and transportation</a:t>
            </a:r>
            <a:r>
              <a:rPr b="0" i="0" lang="en-US" sz="3200" u="none" cap="none" strike="noStrike">
                <a:solidFill>
                  <a:schemeClr val="dk1"/>
                </a:solidFill>
                <a:latin typeface="Times New Roman"/>
                <a:ea typeface="Times New Roman"/>
                <a:cs typeface="Times New Roman"/>
                <a:sym typeface="Times New Roman"/>
              </a:rPr>
              <a:t>. Preliminary results indicate a </a:t>
            </a:r>
            <a:r>
              <a:rPr b="1" i="0" lang="en-US" sz="3200" u="none" cap="none" strike="noStrike">
                <a:solidFill>
                  <a:schemeClr val="dk1"/>
                </a:solidFill>
                <a:latin typeface="Times New Roman"/>
                <a:ea typeface="Times New Roman"/>
                <a:cs typeface="Times New Roman"/>
                <a:sym typeface="Times New Roman"/>
              </a:rPr>
              <a:t>potential association between resource needs and readmission rates</a:t>
            </a:r>
            <a:r>
              <a:rPr b="0" i="0" lang="en-US" sz="3200" u="none" cap="none" strike="noStrike">
                <a:solidFill>
                  <a:schemeClr val="dk1"/>
                </a:solidFill>
                <a:latin typeface="Times New Roman"/>
                <a:ea typeface="Times New Roman"/>
                <a:cs typeface="Times New Roman"/>
                <a:sym typeface="Times New Roman"/>
              </a:rPr>
              <a:t>, supported by Yule’s Q analysis.</a:t>
            </a:r>
            <a:endParaRPr b="1" i="0" sz="3200" u="sng" cap="none" strike="noStrike">
              <a:solidFill>
                <a:srgbClr val="98473E"/>
              </a:solidFill>
              <a:latin typeface="Times New Roman"/>
              <a:ea typeface="Times New Roman"/>
              <a:cs typeface="Times New Roman"/>
              <a:sym typeface="Times New Roman"/>
            </a:endParaRPr>
          </a:p>
        </p:txBody>
      </p:sp>
      <p:sp>
        <p:nvSpPr>
          <p:cNvPr id="63" name="Google Shape;63;p1"/>
          <p:cNvSpPr/>
          <p:nvPr/>
        </p:nvSpPr>
        <p:spPr>
          <a:xfrm>
            <a:off x="528450" y="20723325"/>
            <a:ext cx="5045700" cy="1459800"/>
          </a:xfrm>
          <a:prstGeom prst="roundRect">
            <a:avLst>
              <a:gd fmla="val 16667" name="adj"/>
            </a:avLst>
          </a:prstGeom>
          <a:solidFill>
            <a:srgbClr val="98473E"/>
          </a:solidFill>
          <a:ln>
            <a:noFill/>
          </a:ln>
        </p:spPr>
        <p:txBody>
          <a:bodyPr anchorCtr="0" anchor="t" bIns="140250" lIns="140250" spcFirstLastPara="1" rIns="140250" wrap="square" tIns="70125">
            <a:noAutofit/>
          </a:bodyPr>
          <a:lstStyle/>
          <a:p>
            <a:pPr indent="0" lvl="0" marL="0" marR="0" rtl="0" algn="l">
              <a:lnSpc>
                <a:spcPct val="100000"/>
              </a:lnSpc>
              <a:spcBef>
                <a:spcPts val="0"/>
              </a:spcBef>
              <a:spcAft>
                <a:spcPts val="0"/>
              </a:spcAft>
              <a:buClr>
                <a:schemeClr val="dk1"/>
              </a:buClr>
              <a:buSzPts val="2200"/>
              <a:buFont typeface="Arial"/>
              <a:buNone/>
            </a:pPr>
            <a:r>
              <a:rPr b="1" i="0" lang="en-US" sz="3400" u="none" cap="none" strike="noStrike">
                <a:solidFill>
                  <a:schemeClr val="lt1"/>
                </a:solidFill>
                <a:latin typeface="Times New Roman"/>
                <a:ea typeface="Times New Roman"/>
                <a:cs typeface="Times New Roman"/>
                <a:sym typeface="Times New Roman"/>
              </a:rPr>
              <a:t>Methodology</a:t>
            </a:r>
            <a:endParaRPr b="1" i="0" sz="34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200"/>
              <a:buFont typeface="Arial"/>
              <a:buNone/>
            </a:pPr>
            <a:r>
              <a:t/>
            </a:r>
            <a:endParaRPr b="1" i="0" sz="34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4400"/>
              <a:buFont typeface="Arial"/>
              <a:buNone/>
            </a:pPr>
            <a:r>
              <a:t/>
            </a:r>
            <a:endParaRPr b="1" i="0" sz="3400" u="none" cap="none" strike="noStrike">
              <a:solidFill>
                <a:schemeClr val="lt1"/>
              </a:solidFill>
              <a:latin typeface="Times New Roman"/>
              <a:ea typeface="Times New Roman"/>
              <a:cs typeface="Times New Roman"/>
              <a:sym typeface="Times New Roman"/>
            </a:endParaRPr>
          </a:p>
        </p:txBody>
      </p:sp>
      <p:sp>
        <p:nvSpPr>
          <p:cNvPr id="64" name="Google Shape;64;p1"/>
          <p:cNvSpPr/>
          <p:nvPr/>
        </p:nvSpPr>
        <p:spPr>
          <a:xfrm>
            <a:off x="15806731" y="30137101"/>
            <a:ext cx="23943300" cy="2219100"/>
          </a:xfrm>
          <a:prstGeom prst="roundRect">
            <a:avLst>
              <a:gd fmla="val 8616" name="adj"/>
            </a:avLst>
          </a:prstGeom>
          <a:solidFill>
            <a:srgbClr val="F3F3F3"/>
          </a:solidFill>
          <a:ln cap="flat" cmpd="sng" w="19050">
            <a:solidFill>
              <a:srgbClr val="98473E"/>
            </a:solidFill>
            <a:prstDash val="solid"/>
            <a:round/>
            <a:headEnd len="sm" w="sm" type="none"/>
            <a:tailEnd len="sm" w="sm" type="none"/>
          </a:ln>
        </p:spPr>
        <p:txBody>
          <a:bodyPr anchorCtr="0" anchor="ctr" bIns="140250" lIns="140250" spcFirstLastPara="1" rIns="140250" wrap="square" tIns="140250">
            <a:noAutofit/>
          </a:bodyPr>
          <a:lstStyle/>
          <a:p>
            <a:pPr indent="0" lvl="0" marL="0" marR="0" rtl="0" algn="l">
              <a:lnSpc>
                <a:spcPct val="115000"/>
              </a:lnSpc>
              <a:spcBef>
                <a:spcPts val="0"/>
              </a:spcBef>
              <a:spcAft>
                <a:spcPts val="0"/>
              </a:spcAft>
              <a:buClr>
                <a:schemeClr val="dk1"/>
              </a:buClr>
              <a:buSzPts val="6600"/>
              <a:buFont typeface="Arial"/>
              <a:buNone/>
            </a:pPr>
            <a:r>
              <a:rPr b="0" i="0" lang="en-US" sz="3600" u="none" cap="none" strike="noStrike">
                <a:solidFill>
                  <a:schemeClr val="dk1"/>
                </a:solidFill>
                <a:latin typeface="Times New Roman"/>
                <a:ea typeface="Times New Roman"/>
                <a:cs typeface="Times New Roman"/>
                <a:sym typeface="Times New Roman"/>
              </a:rPr>
              <a:t>We would like to acknowledge the support of the following funding:</a:t>
            </a:r>
            <a:endParaRPr b="0" i="0" sz="36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6600"/>
              <a:buFont typeface="Arial"/>
              <a:buNone/>
            </a:pPr>
            <a:r>
              <a:rPr b="0" i="0" lang="en-US" sz="3600" u="none" cap="none" strike="noStrike">
                <a:solidFill>
                  <a:schemeClr val="dk1"/>
                </a:solidFill>
                <a:latin typeface="Times New Roman"/>
                <a:ea typeface="Times New Roman"/>
                <a:cs typeface="Times New Roman"/>
                <a:sym typeface="Times New Roman"/>
              </a:rPr>
              <a:t>Motorola Solutions Foundation Scholar Programs</a:t>
            </a:r>
            <a:endParaRPr sz="500"/>
          </a:p>
          <a:p>
            <a:pPr indent="0" lvl="0" marL="0" marR="0" rtl="0" algn="l">
              <a:lnSpc>
                <a:spcPct val="115000"/>
              </a:lnSpc>
              <a:spcBef>
                <a:spcPts val="0"/>
              </a:spcBef>
              <a:spcAft>
                <a:spcPts val="0"/>
              </a:spcAft>
              <a:buClr>
                <a:schemeClr val="dk1"/>
              </a:buClr>
              <a:buSzPts val="6600"/>
              <a:buFont typeface="Arial"/>
              <a:buNone/>
            </a:pPr>
            <a:r>
              <a:rPr b="0" i="0" lang="en-US" sz="3600" u="none" cap="none" strike="noStrike">
                <a:solidFill>
                  <a:schemeClr val="dk1"/>
                </a:solidFill>
                <a:latin typeface="Times New Roman"/>
                <a:ea typeface="Times New Roman"/>
                <a:cs typeface="Times New Roman"/>
                <a:sym typeface="Times New Roman"/>
              </a:rPr>
              <a:t>Sinai Urban Health Institute</a:t>
            </a:r>
            <a:endParaRPr b="0" i="0" sz="3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400"/>
              <a:buFont typeface="Arial"/>
              <a:buNone/>
            </a:pPr>
            <a:r>
              <a:t/>
            </a:r>
            <a:endParaRPr b="0" i="0" sz="2500" u="none" cap="none" strike="noStrike">
              <a:solidFill>
                <a:schemeClr val="dk1"/>
              </a:solidFill>
              <a:latin typeface="Times New Roman"/>
              <a:ea typeface="Times New Roman"/>
              <a:cs typeface="Times New Roman"/>
              <a:sym typeface="Times New Roman"/>
            </a:endParaRPr>
          </a:p>
        </p:txBody>
      </p:sp>
      <p:sp>
        <p:nvSpPr>
          <p:cNvPr id="65" name="Google Shape;65;p1"/>
          <p:cNvSpPr/>
          <p:nvPr/>
        </p:nvSpPr>
        <p:spPr>
          <a:xfrm>
            <a:off x="528440" y="21374100"/>
            <a:ext cx="14838600" cy="11217600"/>
          </a:xfrm>
          <a:prstGeom prst="roundRect">
            <a:avLst>
              <a:gd fmla="val 8616" name="adj"/>
            </a:avLst>
          </a:prstGeom>
          <a:solidFill>
            <a:srgbClr val="F3F3F3"/>
          </a:solidFill>
          <a:ln cap="flat" cmpd="sng" w="19050">
            <a:solidFill>
              <a:srgbClr val="98473E"/>
            </a:solidFill>
            <a:prstDash val="solid"/>
            <a:round/>
            <a:headEnd len="sm" w="sm" type="none"/>
            <a:tailEnd len="sm" w="sm" type="none"/>
          </a:ln>
        </p:spPr>
        <p:txBody>
          <a:bodyPr anchorCtr="0" anchor="ctr" bIns="140250" lIns="140250" spcFirstLastPara="1" rIns="140250" wrap="square" tIns="140250">
            <a:noAutofit/>
          </a:bodyPr>
          <a:lstStyle/>
          <a:p>
            <a:pPr indent="0" lvl="0" marL="0" marR="0" rtl="0" algn="l">
              <a:lnSpc>
                <a:spcPct val="100000"/>
              </a:lnSpc>
              <a:spcBef>
                <a:spcPts val="0"/>
              </a:spcBef>
              <a:spcAft>
                <a:spcPts val="0"/>
              </a:spcAft>
              <a:buClr>
                <a:srgbClr val="000000"/>
              </a:buClr>
              <a:buSzPts val="4400"/>
              <a:buFont typeface="Arial"/>
              <a:buNone/>
            </a:pPr>
            <a:r>
              <a:rPr lang="en-US" sz="3900">
                <a:solidFill>
                  <a:schemeClr val="dk1"/>
                </a:solidFill>
                <a:latin typeface="Times New Roman"/>
                <a:ea typeface="Times New Roman"/>
                <a:cs typeface="Times New Roman"/>
                <a:sym typeface="Times New Roman"/>
              </a:rPr>
              <a:t>Notes in the form of categorical variables are transformed</a:t>
            </a:r>
            <a:r>
              <a:rPr b="0" i="0" lang="en-US" sz="3900" u="none" cap="none" strike="noStrike">
                <a:solidFill>
                  <a:schemeClr val="dk1"/>
                </a:solidFill>
                <a:latin typeface="Times New Roman"/>
                <a:ea typeface="Times New Roman"/>
                <a:cs typeface="Times New Roman"/>
                <a:sym typeface="Times New Roman"/>
              </a:rPr>
              <a:t> into binary to indicate </a:t>
            </a:r>
            <a:r>
              <a:rPr lang="en-US" sz="3900">
                <a:solidFill>
                  <a:schemeClr val="dk1"/>
                </a:solidFill>
                <a:latin typeface="Times New Roman"/>
                <a:ea typeface="Times New Roman"/>
                <a:cs typeface="Times New Roman"/>
                <a:sym typeface="Times New Roman"/>
              </a:rPr>
              <a:t>whether</a:t>
            </a:r>
            <a:r>
              <a:rPr b="0" i="0" lang="en-US" sz="3900" u="none" cap="none" strike="noStrike">
                <a:solidFill>
                  <a:schemeClr val="dk1"/>
                </a:solidFill>
                <a:latin typeface="Times New Roman"/>
                <a:ea typeface="Times New Roman"/>
                <a:cs typeface="Times New Roman"/>
                <a:sym typeface="Times New Roman"/>
              </a:rPr>
              <a:t> patients need any type of SDoH resources. </a:t>
            </a:r>
            <a:r>
              <a:rPr lang="en-US" sz="3900">
                <a:solidFill>
                  <a:schemeClr val="dk1"/>
                </a:solidFill>
                <a:latin typeface="Times New Roman"/>
                <a:ea typeface="Times New Roman"/>
                <a:cs typeface="Times New Roman"/>
                <a:sym typeface="Times New Roman"/>
              </a:rPr>
              <a:t>Y</a:t>
            </a:r>
            <a:r>
              <a:rPr b="0" i="0" lang="en-US" sz="3900" u="none" cap="none" strike="noStrike">
                <a:solidFill>
                  <a:schemeClr val="dk1"/>
                </a:solidFill>
                <a:latin typeface="Times New Roman"/>
                <a:ea typeface="Times New Roman"/>
                <a:cs typeface="Times New Roman"/>
                <a:sym typeface="Times New Roman"/>
              </a:rPr>
              <a:t>ule Q is then applied to find the correlation between resource notes and the patient's readmission status.</a:t>
            </a:r>
            <a:endParaRPr sz="800"/>
          </a:p>
          <a:p>
            <a:pPr indent="0" lvl="0" marL="0" marR="0" rtl="0" algn="l">
              <a:lnSpc>
                <a:spcPct val="100000"/>
              </a:lnSpc>
              <a:spcBef>
                <a:spcPts val="0"/>
              </a:spcBef>
              <a:spcAft>
                <a:spcPts val="0"/>
              </a:spcAft>
              <a:buClr>
                <a:srgbClr val="000000"/>
              </a:buClr>
              <a:buSzPts val="4400"/>
              <a:buFont typeface="Arial"/>
              <a:buNone/>
            </a:pPr>
            <a:r>
              <a:t/>
            </a:r>
            <a:endParaRPr b="0" i="0" sz="4100" u="none" cap="none" strike="noStrike">
              <a:solidFill>
                <a:srgbClr val="98473E"/>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4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4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br>
              <a:rPr b="0" i="0" lang="en-US" sz="4100" u="none" cap="none" strike="noStrike">
                <a:solidFill>
                  <a:srgbClr val="000000"/>
                </a:solidFill>
                <a:latin typeface="Times New Roman"/>
                <a:ea typeface="Times New Roman"/>
                <a:cs typeface="Times New Roman"/>
                <a:sym typeface="Times New Roman"/>
              </a:rPr>
            </a:br>
            <a:endParaRPr b="0" i="0" sz="4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4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4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4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4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4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4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4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4100" u="none" cap="none" strike="noStrike">
              <a:solidFill>
                <a:srgbClr val="000000"/>
              </a:solidFill>
              <a:latin typeface="Times New Roman"/>
              <a:ea typeface="Times New Roman"/>
              <a:cs typeface="Times New Roman"/>
              <a:sym typeface="Times New Roman"/>
            </a:endParaRPr>
          </a:p>
        </p:txBody>
      </p:sp>
      <p:sp>
        <p:nvSpPr>
          <p:cNvPr id="66" name="Google Shape;66;p1"/>
          <p:cNvSpPr/>
          <p:nvPr/>
        </p:nvSpPr>
        <p:spPr>
          <a:xfrm>
            <a:off x="15548000" y="5170657"/>
            <a:ext cx="24594900" cy="23899200"/>
          </a:xfrm>
          <a:prstGeom prst="roundRect">
            <a:avLst>
              <a:gd fmla="val 5490" name="adj"/>
            </a:avLst>
          </a:prstGeom>
          <a:solidFill>
            <a:srgbClr val="F3F3F3"/>
          </a:solidFill>
          <a:ln cap="flat" cmpd="sng" w="19050">
            <a:solidFill>
              <a:srgbClr val="98473E"/>
            </a:solidFill>
            <a:prstDash val="solid"/>
            <a:round/>
            <a:headEnd len="sm" w="sm" type="none"/>
            <a:tailEnd len="sm" w="sm" type="none"/>
          </a:ln>
        </p:spPr>
        <p:txBody>
          <a:bodyPr anchorCtr="0" anchor="ctr" bIns="140250" lIns="140250" spcFirstLastPara="1" rIns="140250" wrap="square" tIns="140250">
            <a:noAutofit/>
          </a:bodyPr>
          <a:lstStyle/>
          <a:p>
            <a:pPr indent="-387350" lvl="0" marL="419100" marR="0" rtl="0" algn="just">
              <a:lnSpc>
                <a:spcPct val="100000"/>
              </a:lnSpc>
              <a:spcBef>
                <a:spcPts val="0"/>
              </a:spcBef>
              <a:spcAft>
                <a:spcPts val="0"/>
              </a:spcAft>
              <a:buClr>
                <a:schemeClr val="dk1"/>
              </a:buClr>
              <a:buSzPts val="3300"/>
              <a:buFont typeface="Blinker"/>
              <a:buChar char="●"/>
            </a:pPr>
            <a:r>
              <a:rPr b="0" i="0" lang="en-US" sz="3300" u="none" cap="none" strike="noStrike">
                <a:solidFill>
                  <a:schemeClr val="dk1"/>
                </a:solidFill>
                <a:latin typeface="Times New Roman"/>
                <a:ea typeface="Times New Roman"/>
                <a:cs typeface="Times New Roman"/>
                <a:sym typeface="Times New Roman"/>
              </a:rPr>
              <a:t>441 out of 2177 patients had resource notes available from community health workers (CHWs)</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sz="3300">
              <a:solidFill>
                <a:schemeClr val="dk1"/>
              </a:solidFill>
              <a:latin typeface="Times New Roman"/>
              <a:ea typeface="Times New Roman"/>
              <a:cs typeface="Times New Roman"/>
              <a:sym typeface="Times New Roman"/>
            </a:endParaRPr>
          </a:p>
          <a:p>
            <a:pPr indent="-387350" lvl="0" marL="419100" marR="0" rtl="0" algn="just">
              <a:lnSpc>
                <a:spcPct val="100000"/>
              </a:lnSpc>
              <a:spcBef>
                <a:spcPts val="0"/>
              </a:spcBef>
              <a:spcAft>
                <a:spcPts val="0"/>
              </a:spcAft>
              <a:buClr>
                <a:schemeClr val="dk1"/>
              </a:buClr>
              <a:buSzPts val="3300"/>
              <a:buFont typeface="Blinker"/>
              <a:buChar char="●"/>
            </a:pPr>
            <a:r>
              <a:rPr b="0" i="0" lang="en-US" sz="3300" u="none" cap="none" strike="noStrike">
                <a:solidFill>
                  <a:schemeClr val="dk1"/>
                </a:solidFill>
                <a:latin typeface="Times New Roman"/>
                <a:ea typeface="Times New Roman"/>
                <a:cs typeface="Times New Roman"/>
                <a:sym typeface="Times New Roman"/>
              </a:rPr>
              <a:t>We explored readmission rates across resource notes categories that indicate </a:t>
            </a:r>
            <a:r>
              <a:rPr lang="en-US" sz="3300">
                <a:solidFill>
                  <a:schemeClr val="dk1"/>
                </a:solidFill>
                <a:latin typeface="Times New Roman"/>
                <a:ea typeface="Times New Roman"/>
                <a:cs typeface="Times New Roman"/>
                <a:sym typeface="Times New Roman"/>
              </a:rPr>
              <a:t>patients</a:t>
            </a:r>
            <a:r>
              <a:rPr b="0" i="0" lang="en-US" sz="3300" u="none" cap="none" strike="noStrike">
                <a:solidFill>
                  <a:schemeClr val="dk1"/>
                </a:solidFill>
                <a:latin typeface="Times New Roman"/>
                <a:ea typeface="Times New Roman"/>
                <a:cs typeface="Times New Roman"/>
                <a:sym typeface="Times New Roman"/>
              </a:rPr>
              <a:t> readmission status</a:t>
            </a:r>
            <a:endParaRPr b="0" i="0" sz="3300" u="none" cap="none" strike="noStrike">
              <a:solidFill>
                <a:schemeClr val="dk1"/>
              </a:solidFill>
              <a:latin typeface="Times New Roman"/>
              <a:ea typeface="Times New Roman"/>
              <a:cs typeface="Times New Roman"/>
              <a:sym typeface="Times New Roman"/>
            </a:endParaRPr>
          </a:p>
          <a:p>
            <a:pPr indent="0" lvl="0" marL="419100" marR="0" rtl="0" algn="just">
              <a:lnSpc>
                <a:spcPct val="100000"/>
              </a:lnSpc>
              <a:spcBef>
                <a:spcPts val="0"/>
              </a:spcBef>
              <a:spcAft>
                <a:spcPts val="0"/>
              </a:spcAft>
              <a:buNone/>
            </a:pPr>
            <a:r>
              <a:t/>
            </a:r>
            <a:endParaRPr sz="3300">
              <a:solidFill>
                <a:schemeClr val="dk1"/>
              </a:solidFill>
              <a:latin typeface="Times New Roman"/>
              <a:ea typeface="Times New Roman"/>
              <a:cs typeface="Times New Roman"/>
              <a:sym typeface="Times New Roman"/>
            </a:endParaRPr>
          </a:p>
          <a:p>
            <a:pPr indent="-177800" lvl="5"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5"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5"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5"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5"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5"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5"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177800" lvl="0" marL="4191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33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0" lvl="0" marL="419100" marR="0" rtl="0" algn="just">
              <a:lnSpc>
                <a:spcPct val="100000"/>
              </a:lnSpc>
              <a:spcBef>
                <a:spcPts val="0"/>
              </a:spcBef>
              <a:spcAft>
                <a:spcPts val="0"/>
              </a:spcAft>
              <a:buNone/>
            </a:pPr>
            <a:r>
              <a:rPr b="1" i="0" lang="en-US" sz="3300" u="none" cap="none" strike="noStrike">
                <a:solidFill>
                  <a:schemeClr val="dk1"/>
                </a:solidFill>
                <a:latin typeface="Times New Roman"/>
                <a:ea typeface="Times New Roman"/>
                <a:cs typeface="Times New Roman"/>
                <a:sym typeface="Times New Roman"/>
              </a:rPr>
              <a:t>Future Work</a:t>
            </a:r>
            <a:endParaRPr b="1" i="0" sz="3300" u="none" cap="none" strike="noStrike">
              <a:solidFill>
                <a:schemeClr val="dk1"/>
              </a:solidFill>
              <a:latin typeface="Times New Roman"/>
              <a:ea typeface="Times New Roman"/>
              <a:cs typeface="Times New Roman"/>
              <a:sym typeface="Times New Roman"/>
            </a:endParaRPr>
          </a:p>
          <a:p>
            <a:pPr indent="-215900" lvl="3" marL="1676400" marR="0" rtl="0" algn="just">
              <a:lnSpc>
                <a:spcPct val="100000"/>
              </a:lnSpc>
              <a:spcBef>
                <a:spcPts val="0"/>
              </a:spcBef>
              <a:spcAft>
                <a:spcPts val="0"/>
              </a:spcAft>
              <a:buClr>
                <a:schemeClr val="dk1"/>
              </a:buClr>
              <a:buSzPts val="3800"/>
              <a:buFont typeface="Blinker"/>
              <a:buNone/>
            </a:pPr>
            <a:r>
              <a:t/>
            </a:r>
            <a:endParaRPr b="0" i="0" sz="3300" u="none" cap="none" strike="noStrike">
              <a:solidFill>
                <a:schemeClr val="dk1"/>
              </a:solidFill>
              <a:latin typeface="Times New Roman"/>
              <a:ea typeface="Times New Roman"/>
              <a:cs typeface="Times New Roman"/>
              <a:sym typeface="Times New Roman"/>
            </a:endParaRPr>
          </a:p>
          <a:p>
            <a:pPr indent="-425450" lvl="3" marL="1676400" marR="0" rtl="0" algn="just">
              <a:lnSpc>
                <a:spcPct val="100000"/>
              </a:lnSpc>
              <a:spcBef>
                <a:spcPts val="0"/>
              </a:spcBef>
              <a:spcAft>
                <a:spcPts val="0"/>
              </a:spcAft>
              <a:buClr>
                <a:schemeClr val="dk1"/>
              </a:buClr>
              <a:buSzPts val="3300"/>
              <a:buFont typeface="Blinker"/>
              <a:buChar char="●"/>
            </a:pPr>
            <a:r>
              <a:rPr b="0" i="0" lang="en-US" sz="3300" u="none" cap="none" strike="noStrike">
                <a:solidFill>
                  <a:schemeClr val="dk1"/>
                </a:solidFill>
                <a:latin typeface="Times New Roman"/>
                <a:ea typeface="Times New Roman"/>
                <a:cs typeface="Times New Roman"/>
                <a:sym typeface="Times New Roman"/>
              </a:rPr>
              <a:t>Since there is lacking data, synthetic data will be created to see how many notes need to have to see changes on Yule – Q value</a:t>
            </a:r>
            <a:endParaRPr sz="800"/>
          </a:p>
          <a:p>
            <a:pPr indent="-425450" lvl="3" marL="1676400" marR="0" rtl="0" algn="just">
              <a:lnSpc>
                <a:spcPct val="100000"/>
              </a:lnSpc>
              <a:spcBef>
                <a:spcPts val="0"/>
              </a:spcBef>
              <a:spcAft>
                <a:spcPts val="0"/>
              </a:spcAft>
              <a:buClr>
                <a:schemeClr val="dk1"/>
              </a:buClr>
              <a:buSzPts val="3300"/>
              <a:buFont typeface="Blinker"/>
              <a:buChar char="●"/>
            </a:pPr>
            <a:r>
              <a:rPr b="0" i="0" lang="en-US" sz="3300" u="none" cap="none" strike="noStrike">
                <a:solidFill>
                  <a:schemeClr val="dk1"/>
                </a:solidFill>
                <a:latin typeface="Times New Roman"/>
                <a:ea typeface="Times New Roman"/>
                <a:cs typeface="Times New Roman"/>
                <a:sym typeface="Times New Roman"/>
              </a:rPr>
              <a:t>Identification of SDoH categories in unstructured contact notes by training Doc2Vec and Support Vector Machine (SVM) models on labeled resource notes data</a:t>
            </a:r>
            <a:endParaRPr sz="800"/>
          </a:p>
          <a:p>
            <a:pPr indent="-425450" lvl="3" marL="1676400" marR="0" rtl="0" algn="just">
              <a:lnSpc>
                <a:spcPct val="100000"/>
              </a:lnSpc>
              <a:spcBef>
                <a:spcPts val="0"/>
              </a:spcBef>
              <a:spcAft>
                <a:spcPts val="0"/>
              </a:spcAft>
              <a:buClr>
                <a:schemeClr val="dk1"/>
              </a:buClr>
              <a:buSzPts val="3300"/>
              <a:buFont typeface="Blinker"/>
              <a:buChar char="●"/>
            </a:pPr>
            <a:r>
              <a:rPr lang="en-US" sz="3300">
                <a:solidFill>
                  <a:schemeClr val="dk1"/>
                </a:solidFill>
                <a:latin typeface="Times New Roman"/>
                <a:ea typeface="Times New Roman"/>
                <a:cs typeface="Times New Roman"/>
                <a:sym typeface="Times New Roman"/>
              </a:rPr>
              <a:t>Investigate the impact of including contact notes along with tabular data to reduce hospital readmission rates</a:t>
            </a:r>
            <a:endParaRPr sz="800"/>
          </a:p>
        </p:txBody>
      </p:sp>
      <p:pic>
        <p:nvPicPr>
          <p:cNvPr id="67" name="Google Shape;67;p1"/>
          <p:cNvPicPr preferRelativeResize="0"/>
          <p:nvPr/>
        </p:nvPicPr>
        <p:blipFill rotWithShape="1">
          <a:blip r:embed="rId11">
            <a:alphaModFix/>
          </a:blip>
          <a:srcRect b="0" l="0" r="0" t="0"/>
          <a:stretch/>
        </p:blipFill>
        <p:spPr>
          <a:xfrm>
            <a:off x="528440" y="0"/>
            <a:ext cx="2121788" cy="1818394"/>
          </a:xfrm>
          <a:prstGeom prst="rect">
            <a:avLst/>
          </a:prstGeom>
          <a:noFill/>
          <a:ln>
            <a:noFill/>
          </a:ln>
        </p:spPr>
      </p:pic>
      <p:sp>
        <p:nvSpPr>
          <p:cNvPr id="68" name="Google Shape;68;p1"/>
          <p:cNvSpPr/>
          <p:nvPr/>
        </p:nvSpPr>
        <p:spPr>
          <a:xfrm>
            <a:off x="27896385" y="4448355"/>
            <a:ext cx="10835700" cy="4578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83800" lIns="83800" spcFirstLastPara="1" rIns="83800" wrap="square" tIns="8380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666666"/>
                </a:solidFill>
                <a:latin typeface="Times New Roman"/>
                <a:ea typeface="Times New Roman"/>
                <a:cs typeface="Times New Roman"/>
                <a:sym typeface="Times New Roman"/>
              </a:rPr>
              <a:t>This work has been partially supported by the Motorola Scholars Program</a:t>
            </a:r>
            <a:endParaRPr b="1" i="0" sz="2600" u="none" cap="none" strike="noStrike">
              <a:solidFill>
                <a:srgbClr val="666666"/>
              </a:solidFill>
              <a:latin typeface="Times New Roman"/>
              <a:ea typeface="Times New Roman"/>
              <a:cs typeface="Times New Roman"/>
              <a:sym typeface="Times New Roman"/>
            </a:endParaRPr>
          </a:p>
        </p:txBody>
      </p:sp>
      <p:pic>
        <p:nvPicPr>
          <p:cNvPr id="69" name="Google Shape;69;p1"/>
          <p:cNvPicPr preferRelativeResize="0"/>
          <p:nvPr/>
        </p:nvPicPr>
        <p:blipFill rotWithShape="1">
          <a:blip r:embed="rId12">
            <a:alphaModFix/>
          </a:blip>
          <a:srcRect b="0" l="0" r="0" t="0"/>
          <a:stretch/>
        </p:blipFill>
        <p:spPr>
          <a:xfrm>
            <a:off x="23429726" y="7365787"/>
            <a:ext cx="13329937" cy="7185179"/>
          </a:xfrm>
          <a:prstGeom prst="rect">
            <a:avLst/>
          </a:prstGeom>
          <a:noFill/>
          <a:ln>
            <a:noFill/>
          </a:ln>
        </p:spPr>
      </p:pic>
      <p:graphicFrame>
        <p:nvGraphicFramePr>
          <p:cNvPr id="70" name="Google Shape;70;p1"/>
          <p:cNvGraphicFramePr/>
          <p:nvPr/>
        </p:nvGraphicFramePr>
        <p:xfrm>
          <a:off x="26014837" y="20723317"/>
          <a:ext cx="3000000" cy="3000000"/>
        </p:xfrm>
        <a:graphic>
          <a:graphicData uri="http://schemas.openxmlformats.org/drawingml/2006/table">
            <a:tbl>
              <a:tblPr bandRow="1" firstRow="1">
                <a:noFill/>
                <a:tableStyleId>{7684D111-6EDE-40C7-AC2C-FFC02A35C001}</a:tableStyleId>
              </a:tblPr>
              <a:tblGrid>
                <a:gridCol w="4742625"/>
                <a:gridCol w="3836275"/>
                <a:gridCol w="5128125"/>
              </a:tblGrid>
              <a:tr h="1009425">
                <a:tc>
                  <a:txBody>
                    <a:bodyPr/>
                    <a:lstStyle/>
                    <a:p>
                      <a:pPr indent="0" lvl="0" marL="0" marR="0" rtl="0" algn="l">
                        <a:lnSpc>
                          <a:spcPct val="100000"/>
                        </a:lnSpc>
                        <a:spcBef>
                          <a:spcPts val="0"/>
                        </a:spcBef>
                        <a:spcAft>
                          <a:spcPts val="0"/>
                        </a:spcAft>
                        <a:buNone/>
                      </a:pPr>
                      <a:r>
                        <a:rPr lang="en-US" sz="3600" u="none" cap="none" strike="noStrike">
                          <a:latin typeface="Times New Roman"/>
                          <a:ea typeface="Times New Roman"/>
                          <a:cs typeface="Times New Roman"/>
                          <a:sym typeface="Times New Roman"/>
                        </a:rPr>
                        <a:t>Yule – Q = -1.0</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600" u="none" cap="none" strike="noStrike">
                          <a:latin typeface="Times New Roman"/>
                          <a:ea typeface="Times New Roman"/>
                          <a:cs typeface="Times New Roman"/>
                          <a:sym typeface="Times New Roman"/>
                        </a:rPr>
                        <a:t>Readmitted</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600" u="none" cap="none" strike="noStrike">
                          <a:latin typeface="Times New Roman"/>
                          <a:ea typeface="Times New Roman"/>
                          <a:cs typeface="Times New Roman"/>
                          <a:sym typeface="Times New Roman"/>
                        </a:rPr>
                        <a:t>Not Readmitted</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15875">
                <a:tc>
                  <a:txBody>
                    <a:bodyPr/>
                    <a:lstStyle/>
                    <a:p>
                      <a:pPr indent="0" lvl="0" marL="0" marR="0" rtl="0" algn="l">
                        <a:lnSpc>
                          <a:spcPct val="100000"/>
                        </a:lnSpc>
                        <a:spcBef>
                          <a:spcPts val="0"/>
                        </a:spcBef>
                        <a:spcAft>
                          <a:spcPts val="0"/>
                        </a:spcAft>
                        <a:buNone/>
                      </a:pPr>
                      <a:r>
                        <a:rPr lang="en-US" sz="3600" u="none" cap="none" strike="noStrike">
                          <a:latin typeface="Times New Roman"/>
                          <a:ea typeface="Times New Roman"/>
                          <a:cs typeface="Times New Roman"/>
                          <a:sym typeface="Times New Roman"/>
                        </a:rPr>
                        <a:t>Food_res</a:t>
                      </a:r>
                      <a:endParaRPr sz="3600" u="none" cap="none" strike="noStrike">
                        <a:latin typeface="Times New Roman"/>
                        <a:ea typeface="Times New Roman"/>
                        <a:cs typeface="Times New Roman"/>
                        <a:sym typeface="Times New Roman"/>
                      </a:endParaRPr>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600" u="none" cap="none" strike="noStrike">
                          <a:latin typeface="Times New Roman"/>
                          <a:ea typeface="Times New Roman"/>
                          <a:cs typeface="Times New Roman"/>
                          <a:sym typeface="Times New Roman"/>
                        </a:rPr>
                        <a:t>21 (a)</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600" u="none" cap="none" strike="noStrike">
                          <a:latin typeface="Times New Roman"/>
                          <a:ea typeface="Times New Roman"/>
                          <a:cs typeface="Times New Roman"/>
                          <a:sym typeface="Times New Roman"/>
                        </a:rPr>
                        <a:t>70 (b)</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12625">
                <a:tc>
                  <a:txBody>
                    <a:bodyPr/>
                    <a:lstStyle/>
                    <a:p>
                      <a:pPr indent="0" lvl="0" marL="0" marR="0" rtl="0" algn="l">
                        <a:lnSpc>
                          <a:spcPct val="100000"/>
                        </a:lnSpc>
                        <a:spcBef>
                          <a:spcPts val="0"/>
                        </a:spcBef>
                        <a:spcAft>
                          <a:spcPts val="0"/>
                        </a:spcAft>
                        <a:buNone/>
                      </a:pPr>
                      <a:r>
                        <a:rPr lang="en-US" sz="3600" u="none" cap="none" strike="noStrike">
                          <a:latin typeface="Times New Roman"/>
                          <a:ea typeface="Times New Roman"/>
                          <a:cs typeface="Times New Roman"/>
                          <a:sym typeface="Times New Roman"/>
                        </a:rPr>
                        <a:t>Food_nores</a:t>
                      </a:r>
                      <a:endParaRPr sz="3600" u="none" cap="none" strike="noStrike">
                        <a:latin typeface="Times New Roman"/>
                        <a:ea typeface="Times New Roman"/>
                        <a:cs typeface="Times New Roman"/>
                        <a:sym typeface="Times New Roman"/>
                      </a:endParaRPr>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600" u="none" cap="none" strike="noStrike">
                          <a:latin typeface="Times New Roman"/>
                          <a:ea typeface="Times New Roman"/>
                          <a:cs typeface="Times New Roman"/>
                          <a:sym typeface="Times New Roman"/>
                        </a:rPr>
                        <a:t>3 (c)</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600" u="none" cap="none" strike="noStrike">
                          <a:latin typeface="Times New Roman"/>
                          <a:ea typeface="Times New Roman"/>
                          <a:cs typeface="Times New Roman"/>
                          <a:sym typeface="Times New Roman"/>
                        </a:rPr>
                        <a:t>0 (d)</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71" name="Google Shape;71;p1"/>
          <p:cNvGraphicFramePr/>
          <p:nvPr/>
        </p:nvGraphicFramePr>
        <p:xfrm>
          <a:off x="2278391" y="26223963"/>
          <a:ext cx="3000000" cy="3000000"/>
        </p:xfrm>
        <a:graphic>
          <a:graphicData uri="http://schemas.openxmlformats.org/drawingml/2006/table">
            <a:tbl>
              <a:tblPr bandRow="1" firstRow="1">
                <a:noFill/>
                <a:tableStyleId>{7684D111-6EDE-40C7-AC2C-FFC02A35C001}</a:tableStyleId>
              </a:tblPr>
              <a:tblGrid>
                <a:gridCol w="3801750"/>
                <a:gridCol w="3021875"/>
                <a:gridCol w="2917625"/>
              </a:tblGrid>
              <a:tr h="1507200">
                <a:tc>
                  <a:txBody>
                    <a:bodyPr/>
                    <a:lstStyle/>
                    <a:p>
                      <a:pPr indent="0" lvl="0" marL="0" marR="0" rtl="0" algn="l">
                        <a:lnSpc>
                          <a:spcPct val="100000"/>
                        </a:lnSpc>
                        <a:spcBef>
                          <a:spcPts val="0"/>
                        </a:spcBef>
                        <a:spcAft>
                          <a:spcPts val="0"/>
                        </a:spcAft>
                        <a:buNone/>
                      </a:pPr>
                      <a:r>
                        <a:rPr lang="en-US" sz="3400" u="none" cap="none" strike="noStrike">
                          <a:latin typeface="Times New Roman"/>
                          <a:ea typeface="Times New Roman"/>
                          <a:cs typeface="Times New Roman"/>
                          <a:sym typeface="Times New Roman"/>
                        </a:rPr>
                        <a:t>Yule – Q = -1.0</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400" u="none" cap="none" strike="noStrike">
                          <a:latin typeface="Times New Roman"/>
                          <a:ea typeface="Times New Roman"/>
                          <a:cs typeface="Times New Roman"/>
                          <a:sym typeface="Times New Roman"/>
                        </a:rPr>
                        <a:t>Readmitted</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400" u="none" cap="none" strike="noStrike">
                          <a:latin typeface="Times New Roman"/>
                          <a:ea typeface="Times New Roman"/>
                          <a:cs typeface="Times New Roman"/>
                          <a:sym typeface="Times New Roman"/>
                        </a:rPr>
                        <a:t>Not Readmitted</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98275">
                <a:tc>
                  <a:txBody>
                    <a:bodyPr/>
                    <a:lstStyle/>
                    <a:p>
                      <a:pPr indent="0" lvl="0" marL="0" marR="0" rtl="0" algn="l">
                        <a:lnSpc>
                          <a:spcPct val="100000"/>
                        </a:lnSpc>
                        <a:spcBef>
                          <a:spcPts val="0"/>
                        </a:spcBef>
                        <a:spcAft>
                          <a:spcPts val="0"/>
                        </a:spcAft>
                        <a:buNone/>
                      </a:pPr>
                      <a:r>
                        <a:rPr lang="en-US" sz="3400" u="none" cap="none" strike="noStrike">
                          <a:latin typeface="Times New Roman"/>
                          <a:ea typeface="Times New Roman"/>
                          <a:cs typeface="Times New Roman"/>
                          <a:sym typeface="Times New Roman"/>
                        </a:rPr>
                        <a:t>Food_res</a:t>
                      </a:r>
                      <a:endParaRPr sz="3400" u="none" cap="none" strike="noStrike">
                        <a:latin typeface="Times New Roman"/>
                        <a:ea typeface="Times New Roman"/>
                        <a:cs typeface="Times New Roman"/>
                        <a:sym typeface="Times New Roman"/>
                      </a:endParaRPr>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400" u="none" cap="none" strike="noStrike">
                          <a:latin typeface="Times New Roman"/>
                          <a:ea typeface="Times New Roman"/>
                          <a:cs typeface="Times New Roman"/>
                          <a:sym typeface="Times New Roman"/>
                        </a:rPr>
                        <a:t>A</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400" u="none" cap="none" strike="noStrike">
                          <a:latin typeface="Times New Roman"/>
                          <a:ea typeface="Times New Roman"/>
                          <a:cs typeface="Times New Roman"/>
                          <a:sym typeface="Times New Roman"/>
                        </a:rPr>
                        <a:t>B</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24900">
                <a:tc>
                  <a:txBody>
                    <a:bodyPr/>
                    <a:lstStyle/>
                    <a:p>
                      <a:pPr indent="0" lvl="0" marL="0" marR="0" rtl="0" algn="l">
                        <a:lnSpc>
                          <a:spcPct val="100000"/>
                        </a:lnSpc>
                        <a:spcBef>
                          <a:spcPts val="0"/>
                        </a:spcBef>
                        <a:spcAft>
                          <a:spcPts val="0"/>
                        </a:spcAft>
                        <a:buNone/>
                      </a:pPr>
                      <a:r>
                        <a:rPr lang="en-US" sz="3400" u="none" cap="none" strike="noStrike">
                          <a:latin typeface="Times New Roman"/>
                          <a:ea typeface="Times New Roman"/>
                          <a:cs typeface="Times New Roman"/>
                          <a:sym typeface="Times New Roman"/>
                        </a:rPr>
                        <a:t>Food_nores</a:t>
                      </a:r>
                      <a:endParaRPr sz="3400" u="none" cap="none" strike="noStrike">
                        <a:latin typeface="Times New Roman"/>
                        <a:ea typeface="Times New Roman"/>
                        <a:cs typeface="Times New Roman"/>
                        <a:sym typeface="Times New Roman"/>
                      </a:endParaRPr>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400" u="none" cap="none" strike="noStrike">
                          <a:latin typeface="Times New Roman"/>
                          <a:ea typeface="Times New Roman"/>
                          <a:cs typeface="Times New Roman"/>
                          <a:sym typeface="Times New Roman"/>
                        </a:rPr>
                        <a:t>C</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3400" u="none" cap="none" strike="noStrike">
                          <a:latin typeface="Times New Roman"/>
                          <a:ea typeface="Times New Roman"/>
                          <a:cs typeface="Times New Roman"/>
                          <a:sym typeface="Times New Roman"/>
                        </a:rPr>
                        <a:t>D</a:t>
                      </a:r>
                      <a:endParaRPr sz="1100"/>
                    </a:p>
                  </a:txBody>
                  <a:tcPr marT="34300" marB="34300" marR="83825" marL="838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72" name="Google Shape;72;p1"/>
          <p:cNvSpPr txBox="1"/>
          <p:nvPr/>
        </p:nvSpPr>
        <p:spPr>
          <a:xfrm>
            <a:off x="16021385" y="14307394"/>
            <a:ext cx="7212600" cy="7704000"/>
          </a:xfrm>
          <a:prstGeom prst="rect">
            <a:avLst/>
          </a:prstGeom>
          <a:noFill/>
          <a:ln>
            <a:noFill/>
          </a:ln>
        </p:spPr>
        <p:txBody>
          <a:bodyPr anchorCtr="0" anchor="t" bIns="41900" lIns="83800" spcFirstLastPara="1" rIns="83800" wrap="square" tIns="41900">
            <a:spAutoFit/>
          </a:bodyPr>
          <a:lstStyle/>
          <a:p>
            <a:pPr indent="-387350" lvl="0" marL="419100" marR="0" rtl="0" algn="just">
              <a:lnSpc>
                <a:spcPct val="100000"/>
              </a:lnSpc>
              <a:spcBef>
                <a:spcPts val="0"/>
              </a:spcBef>
              <a:spcAft>
                <a:spcPts val="0"/>
              </a:spcAft>
              <a:buClr>
                <a:schemeClr val="dk1"/>
              </a:buClr>
              <a:buSzPts val="3300"/>
              <a:buFont typeface="Blinker"/>
              <a:buChar char="●"/>
            </a:pPr>
            <a:r>
              <a:rPr b="0" i="0" lang="en-US" sz="3300" u="none" cap="none" strike="noStrike">
                <a:solidFill>
                  <a:schemeClr val="dk1"/>
                </a:solidFill>
                <a:latin typeface="Times New Roman"/>
                <a:ea typeface="Times New Roman"/>
                <a:cs typeface="Times New Roman"/>
                <a:sym typeface="Times New Roman"/>
              </a:rPr>
              <a:t>Patients without food resource notes were all readmitted</a:t>
            </a:r>
            <a:endParaRPr b="0" i="0" sz="3300" u="none" cap="none" strike="noStrike">
              <a:solidFill>
                <a:schemeClr val="dk1"/>
              </a:solidFill>
              <a:latin typeface="Times New Roman"/>
              <a:ea typeface="Times New Roman"/>
              <a:cs typeface="Times New Roman"/>
              <a:sym typeface="Times New Roman"/>
            </a:endParaRPr>
          </a:p>
          <a:p>
            <a:pPr indent="0" lvl="0" marL="419100" marR="0" rtl="0" algn="just">
              <a:lnSpc>
                <a:spcPct val="100000"/>
              </a:lnSpc>
              <a:spcBef>
                <a:spcPts val="0"/>
              </a:spcBef>
              <a:spcAft>
                <a:spcPts val="0"/>
              </a:spcAft>
              <a:buNone/>
            </a:pPr>
            <a:r>
              <a:t/>
            </a:r>
            <a:endParaRPr sz="3300">
              <a:solidFill>
                <a:schemeClr val="dk1"/>
              </a:solidFill>
              <a:latin typeface="Times New Roman"/>
              <a:ea typeface="Times New Roman"/>
              <a:cs typeface="Times New Roman"/>
              <a:sym typeface="Times New Roman"/>
            </a:endParaRPr>
          </a:p>
          <a:p>
            <a:pPr indent="-387350" lvl="0" marL="419100" marR="0" rtl="0" algn="just">
              <a:lnSpc>
                <a:spcPct val="100000"/>
              </a:lnSpc>
              <a:spcBef>
                <a:spcPts val="0"/>
              </a:spcBef>
              <a:spcAft>
                <a:spcPts val="0"/>
              </a:spcAft>
              <a:buClr>
                <a:schemeClr val="dk1"/>
              </a:buClr>
              <a:buSzPts val="3300"/>
              <a:buFont typeface="Blinker"/>
              <a:buChar char="●"/>
            </a:pPr>
            <a:r>
              <a:rPr b="0" i="0" lang="en-US" sz="3300" u="none" cap="none" strike="noStrike">
                <a:solidFill>
                  <a:schemeClr val="dk1"/>
                </a:solidFill>
                <a:latin typeface="Times New Roman"/>
                <a:ea typeface="Times New Roman"/>
                <a:cs typeface="Times New Roman"/>
                <a:sym typeface="Times New Roman"/>
              </a:rPr>
              <a:t>Patients with food resource notes had a much lower readmission rate (21 out of 91 = ~23%</a:t>
            </a:r>
            <a:r>
              <a:rPr b="0" i="0" lang="en-US" sz="3300" u="none" cap="none" strike="noStrike">
                <a:solidFill>
                  <a:schemeClr val="dk1"/>
                </a:solidFill>
                <a:latin typeface="Times New Roman"/>
                <a:ea typeface="Times New Roman"/>
                <a:cs typeface="Times New Roman"/>
                <a:sym typeface="Times New Roman"/>
              </a:rPr>
              <a:t>)</a:t>
            </a:r>
            <a:endParaRPr sz="3300">
              <a:solidFill>
                <a:schemeClr val="dk1"/>
              </a:solidFill>
              <a:latin typeface="Times New Roman"/>
              <a:ea typeface="Times New Roman"/>
              <a:cs typeface="Times New Roman"/>
              <a:sym typeface="Times New Roman"/>
            </a:endParaRPr>
          </a:p>
          <a:p>
            <a:pPr indent="0" lvl="0" marL="419100" marR="0" rtl="0" algn="just">
              <a:lnSpc>
                <a:spcPct val="100000"/>
              </a:lnSpc>
              <a:spcBef>
                <a:spcPts val="0"/>
              </a:spcBef>
              <a:spcAft>
                <a:spcPts val="0"/>
              </a:spcAft>
              <a:buNone/>
            </a:pPr>
            <a:r>
              <a:t/>
            </a:r>
            <a:endParaRPr sz="3300">
              <a:solidFill>
                <a:schemeClr val="dk1"/>
              </a:solidFill>
              <a:latin typeface="Times New Roman"/>
              <a:ea typeface="Times New Roman"/>
              <a:cs typeface="Times New Roman"/>
              <a:sym typeface="Times New Roman"/>
            </a:endParaRPr>
          </a:p>
          <a:p>
            <a:pPr indent="-387350" lvl="0" marL="419100" marR="0" rtl="0" algn="just">
              <a:lnSpc>
                <a:spcPct val="100000"/>
              </a:lnSpc>
              <a:spcBef>
                <a:spcPts val="0"/>
              </a:spcBef>
              <a:spcAft>
                <a:spcPts val="0"/>
              </a:spcAft>
              <a:buClr>
                <a:schemeClr val="dk1"/>
              </a:buClr>
              <a:buSzPts val="3300"/>
              <a:buFont typeface="Blinker"/>
              <a:buChar char="●"/>
            </a:pPr>
            <a:r>
              <a:rPr b="0" i="0" lang="en-US" sz="3300" u="none" cap="none" strike="noStrike">
                <a:solidFill>
                  <a:schemeClr val="dk1"/>
                </a:solidFill>
                <a:latin typeface="Times New Roman"/>
                <a:ea typeface="Times New Roman"/>
                <a:cs typeface="Times New Roman"/>
                <a:sym typeface="Times New Roman"/>
              </a:rPr>
              <a:t>The negative Yule’s Q of -1.0 means that the presence of food resource notes is strongly and perfectly negatively associated with readmission in this dataset, suggesting that those with food resource support were less likely to be readmitted</a:t>
            </a:r>
            <a:endParaRPr b="0" i="0" sz="33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3300" u="none" cap="none" strike="noStrike">
              <a:solidFill>
                <a:srgbClr val="000000"/>
              </a:solidFill>
              <a:latin typeface="Times New Roman"/>
              <a:ea typeface="Times New Roman"/>
              <a:cs typeface="Times New Roman"/>
              <a:sym typeface="Times New Roman"/>
            </a:endParaRPr>
          </a:p>
        </p:txBody>
      </p:sp>
      <p:pic>
        <p:nvPicPr>
          <p:cNvPr id="73" name="Google Shape;73;p1"/>
          <p:cNvPicPr preferRelativeResize="0"/>
          <p:nvPr/>
        </p:nvPicPr>
        <p:blipFill rotWithShape="1">
          <a:blip r:embed="rId13">
            <a:alphaModFix/>
          </a:blip>
          <a:srcRect b="0" l="0" r="0" t="0"/>
          <a:stretch/>
        </p:blipFill>
        <p:spPr>
          <a:xfrm>
            <a:off x="23429722" y="14690654"/>
            <a:ext cx="13329938" cy="5662106"/>
          </a:xfrm>
          <a:prstGeom prst="rect">
            <a:avLst/>
          </a:prstGeom>
          <a:noFill/>
          <a:ln>
            <a:noFill/>
          </a:ln>
        </p:spPr>
      </p:pic>
      <p:sp>
        <p:nvSpPr>
          <p:cNvPr id="74" name="Google Shape;74;p1"/>
          <p:cNvSpPr txBox="1"/>
          <p:nvPr/>
        </p:nvSpPr>
        <p:spPr>
          <a:xfrm>
            <a:off x="1542352" y="29996156"/>
            <a:ext cx="12010500" cy="2362800"/>
          </a:xfrm>
          <a:prstGeom prst="rect">
            <a:avLst/>
          </a:prstGeom>
          <a:noFill/>
          <a:ln>
            <a:noFill/>
          </a:ln>
        </p:spPr>
        <p:txBody>
          <a:bodyPr anchorCtr="0" anchor="t" bIns="41900" lIns="83800" spcFirstLastPara="1" rIns="83800" wrap="square" tIns="41900">
            <a:sp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Times New Roman"/>
                <a:ea typeface="Times New Roman"/>
                <a:cs typeface="Times New Roman"/>
                <a:sym typeface="Times New Roman"/>
              </a:rPr>
              <a:t>A = Readmitted Patients with </a:t>
            </a:r>
            <a:r>
              <a:rPr lang="en-US" sz="3700">
                <a:latin typeface="Times New Roman"/>
                <a:ea typeface="Times New Roman"/>
                <a:cs typeface="Times New Roman"/>
                <a:sym typeface="Times New Roman"/>
              </a:rPr>
              <a:t>F</a:t>
            </a:r>
            <a:r>
              <a:rPr b="0" i="0" lang="en-US" sz="3700" u="none" cap="none" strike="noStrike">
                <a:solidFill>
                  <a:srgbClr val="000000"/>
                </a:solidFill>
                <a:latin typeface="Times New Roman"/>
                <a:ea typeface="Times New Roman"/>
                <a:cs typeface="Times New Roman"/>
                <a:sym typeface="Times New Roman"/>
              </a:rPr>
              <a:t>ood </a:t>
            </a:r>
            <a:r>
              <a:rPr lang="en-US" sz="3700">
                <a:latin typeface="Times New Roman"/>
                <a:ea typeface="Times New Roman"/>
                <a:cs typeface="Times New Roman"/>
                <a:sym typeface="Times New Roman"/>
              </a:rPr>
              <a:t>R</a:t>
            </a:r>
            <a:r>
              <a:rPr b="0" i="0" lang="en-US" sz="3700" u="none" cap="none" strike="noStrike">
                <a:solidFill>
                  <a:srgbClr val="000000"/>
                </a:solidFill>
                <a:latin typeface="Times New Roman"/>
                <a:ea typeface="Times New Roman"/>
                <a:cs typeface="Times New Roman"/>
                <a:sym typeface="Times New Roman"/>
              </a:rPr>
              <a:t>esource </a:t>
            </a:r>
            <a:r>
              <a:rPr lang="en-US" sz="3700">
                <a:latin typeface="Times New Roman"/>
                <a:ea typeface="Times New Roman"/>
                <a:cs typeface="Times New Roman"/>
                <a:sym typeface="Times New Roman"/>
              </a:rPr>
              <a:t>N</a:t>
            </a:r>
            <a:r>
              <a:rPr b="0" i="0" lang="en-US" sz="3700" u="none" cap="none" strike="noStrike">
                <a:solidFill>
                  <a:srgbClr val="000000"/>
                </a:solidFill>
                <a:latin typeface="Times New Roman"/>
                <a:ea typeface="Times New Roman"/>
                <a:cs typeface="Times New Roman"/>
                <a:sym typeface="Times New Roman"/>
              </a:rPr>
              <a:t>otes </a:t>
            </a:r>
            <a:endParaRPr sz="37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3700" u="none" cap="none" strike="noStrike">
                <a:solidFill>
                  <a:srgbClr val="000000"/>
                </a:solidFill>
                <a:latin typeface="Times New Roman"/>
                <a:ea typeface="Times New Roman"/>
                <a:cs typeface="Times New Roman"/>
                <a:sym typeface="Times New Roman"/>
              </a:rPr>
              <a:t>B = N</a:t>
            </a:r>
            <a:r>
              <a:rPr lang="en-US" sz="3700">
                <a:latin typeface="Times New Roman"/>
                <a:ea typeface="Times New Roman"/>
                <a:cs typeface="Times New Roman"/>
                <a:sym typeface="Times New Roman"/>
              </a:rPr>
              <a:t>on-Readmitted </a:t>
            </a:r>
            <a:r>
              <a:rPr b="0" i="0" lang="en-US" sz="3700" u="none" cap="none" strike="noStrike">
                <a:solidFill>
                  <a:srgbClr val="000000"/>
                </a:solidFill>
                <a:latin typeface="Times New Roman"/>
                <a:ea typeface="Times New Roman"/>
                <a:cs typeface="Times New Roman"/>
                <a:sym typeface="Times New Roman"/>
              </a:rPr>
              <a:t>Patients with </a:t>
            </a:r>
            <a:r>
              <a:rPr lang="en-US" sz="3700">
                <a:latin typeface="Times New Roman"/>
                <a:ea typeface="Times New Roman"/>
                <a:cs typeface="Times New Roman"/>
                <a:sym typeface="Times New Roman"/>
              </a:rPr>
              <a:t>F</a:t>
            </a:r>
            <a:r>
              <a:rPr b="0" i="0" lang="en-US" sz="3700" u="none" cap="none" strike="noStrike">
                <a:solidFill>
                  <a:srgbClr val="000000"/>
                </a:solidFill>
                <a:latin typeface="Times New Roman"/>
                <a:ea typeface="Times New Roman"/>
                <a:cs typeface="Times New Roman"/>
                <a:sym typeface="Times New Roman"/>
              </a:rPr>
              <a:t>ood </a:t>
            </a:r>
            <a:r>
              <a:rPr lang="en-US" sz="3700">
                <a:latin typeface="Times New Roman"/>
                <a:ea typeface="Times New Roman"/>
                <a:cs typeface="Times New Roman"/>
                <a:sym typeface="Times New Roman"/>
              </a:rPr>
              <a:t>R</a:t>
            </a:r>
            <a:r>
              <a:rPr b="0" i="0" lang="en-US" sz="3700" u="none" cap="none" strike="noStrike">
                <a:solidFill>
                  <a:srgbClr val="000000"/>
                </a:solidFill>
                <a:latin typeface="Times New Roman"/>
                <a:ea typeface="Times New Roman"/>
                <a:cs typeface="Times New Roman"/>
                <a:sym typeface="Times New Roman"/>
              </a:rPr>
              <a:t>esource </a:t>
            </a:r>
            <a:r>
              <a:rPr lang="en-US" sz="3700">
                <a:latin typeface="Times New Roman"/>
                <a:ea typeface="Times New Roman"/>
                <a:cs typeface="Times New Roman"/>
                <a:sym typeface="Times New Roman"/>
              </a:rPr>
              <a:t>N</a:t>
            </a:r>
            <a:r>
              <a:rPr b="0" i="0" lang="en-US" sz="3700" u="none" cap="none" strike="noStrike">
                <a:solidFill>
                  <a:srgbClr val="000000"/>
                </a:solidFill>
                <a:latin typeface="Times New Roman"/>
                <a:ea typeface="Times New Roman"/>
                <a:cs typeface="Times New Roman"/>
                <a:sym typeface="Times New Roman"/>
              </a:rPr>
              <a:t>otes</a:t>
            </a:r>
            <a:endParaRPr sz="37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3700" u="none" cap="none" strike="noStrike">
                <a:solidFill>
                  <a:srgbClr val="000000"/>
                </a:solidFill>
                <a:latin typeface="Times New Roman"/>
                <a:ea typeface="Times New Roman"/>
                <a:cs typeface="Times New Roman"/>
                <a:sym typeface="Times New Roman"/>
              </a:rPr>
              <a:t>C = R</a:t>
            </a:r>
            <a:r>
              <a:rPr lang="en-US" sz="3700">
                <a:latin typeface="Times New Roman"/>
                <a:ea typeface="Times New Roman"/>
                <a:cs typeface="Times New Roman"/>
                <a:sym typeface="Times New Roman"/>
              </a:rPr>
              <a:t>eadmitted </a:t>
            </a:r>
            <a:r>
              <a:rPr b="0" i="0" lang="en-US" sz="3700" u="none" cap="none" strike="noStrike">
                <a:solidFill>
                  <a:srgbClr val="000000"/>
                </a:solidFill>
                <a:latin typeface="Times New Roman"/>
                <a:ea typeface="Times New Roman"/>
                <a:cs typeface="Times New Roman"/>
                <a:sym typeface="Times New Roman"/>
              </a:rPr>
              <a:t>Patients without </a:t>
            </a:r>
            <a:r>
              <a:rPr lang="en-US" sz="3700">
                <a:latin typeface="Times New Roman"/>
                <a:ea typeface="Times New Roman"/>
                <a:cs typeface="Times New Roman"/>
                <a:sym typeface="Times New Roman"/>
              </a:rPr>
              <a:t>F</a:t>
            </a:r>
            <a:r>
              <a:rPr b="0" i="0" lang="en-US" sz="3700" u="none" cap="none" strike="noStrike">
                <a:solidFill>
                  <a:srgbClr val="000000"/>
                </a:solidFill>
                <a:latin typeface="Times New Roman"/>
                <a:ea typeface="Times New Roman"/>
                <a:cs typeface="Times New Roman"/>
                <a:sym typeface="Times New Roman"/>
              </a:rPr>
              <a:t>ood </a:t>
            </a:r>
            <a:r>
              <a:rPr lang="en-US" sz="3700">
                <a:latin typeface="Times New Roman"/>
                <a:ea typeface="Times New Roman"/>
                <a:cs typeface="Times New Roman"/>
                <a:sym typeface="Times New Roman"/>
              </a:rPr>
              <a:t>R</a:t>
            </a:r>
            <a:r>
              <a:rPr b="0" i="0" lang="en-US" sz="3700" u="none" cap="none" strike="noStrike">
                <a:solidFill>
                  <a:srgbClr val="000000"/>
                </a:solidFill>
                <a:latin typeface="Times New Roman"/>
                <a:ea typeface="Times New Roman"/>
                <a:cs typeface="Times New Roman"/>
                <a:sym typeface="Times New Roman"/>
              </a:rPr>
              <a:t>esource </a:t>
            </a:r>
            <a:r>
              <a:rPr lang="en-US" sz="3700">
                <a:latin typeface="Times New Roman"/>
                <a:ea typeface="Times New Roman"/>
                <a:cs typeface="Times New Roman"/>
                <a:sym typeface="Times New Roman"/>
              </a:rPr>
              <a:t>N</a:t>
            </a:r>
            <a:r>
              <a:rPr b="0" i="0" lang="en-US" sz="3700" u="none" cap="none" strike="noStrike">
                <a:solidFill>
                  <a:srgbClr val="000000"/>
                </a:solidFill>
                <a:latin typeface="Times New Roman"/>
                <a:ea typeface="Times New Roman"/>
                <a:cs typeface="Times New Roman"/>
                <a:sym typeface="Times New Roman"/>
              </a:rPr>
              <a:t>otes </a:t>
            </a:r>
            <a:endParaRPr sz="37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3700" u="none" cap="none" strike="noStrike">
                <a:solidFill>
                  <a:srgbClr val="000000"/>
                </a:solidFill>
                <a:latin typeface="Times New Roman"/>
                <a:ea typeface="Times New Roman"/>
                <a:cs typeface="Times New Roman"/>
                <a:sym typeface="Times New Roman"/>
              </a:rPr>
              <a:t>D = </a:t>
            </a:r>
            <a:r>
              <a:rPr lang="en-US" sz="3700">
                <a:solidFill>
                  <a:schemeClr val="dk1"/>
                </a:solidFill>
                <a:latin typeface="Times New Roman"/>
                <a:ea typeface="Times New Roman"/>
                <a:cs typeface="Times New Roman"/>
                <a:sym typeface="Times New Roman"/>
              </a:rPr>
              <a:t>Non-Readmitted </a:t>
            </a:r>
            <a:r>
              <a:rPr b="0" i="0" lang="en-US" sz="3700" u="none" cap="none" strike="noStrike">
                <a:solidFill>
                  <a:srgbClr val="000000"/>
                </a:solidFill>
                <a:latin typeface="Times New Roman"/>
                <a:ea typeface="Times New Roman"/>
                <a:cs typeface="Times New Roman"/>
                <a:sym typeface="Times New Roman"/>
              </a:rPr>
              <a:t>Patients without </a:t>
            </a:r>
            <a:r>
              <a:rPr lang="en-US" sz="3700">
                <a:latin typeface="Times New Roman"/>
                <a:ea typeface="Times New Roman"/>
                <a:cs typeface="Times New Roman"/>
                <a:sym typeface="Times New Roman"/>
              </a:rPr>
              <a:t>F</a:t>
            </a:r>
            <a:r>
              <a:rPr b="0" i="0" lang="en-US" sz="3700" u="none" cap="none" strike="noStrike">
                <a:solidFill>
                  <a:srgbClr val="000000"/>
                </a:solidFill>
                <a:latin typeface="Times New Roman"/>
                <a:ea typeface="Times New Roman"/>
                <a:cs typeface="Times New Roman"/>
                <a:sym typeface="Times New Roman"/>
              </a:rPr>
              <a:t>ood </a:t>
            </a:r>
            <a:r>
              <a:rPr lang="en-US" sz="3700">
                <a:latin typeface="Times New Roman"/>
                <a:ea typeface="Times New Roman"/>
                <a:cs typeface="Times New Roman"/>
                <a:sym typeface="Times New Roman"/>
              </a:rPr>
              <a:t>R</a:t>
            </a:r>
            <a:r>
              <a:rPr b="0" i="0" lang="en-US" sz="3700" u="none" cap="none" strike="noStrike">
                <a:solidFill>
                  <a:srgbClr val="000000"/>
                </a:solidFill>
                <a:latin typeface="Times New Roman"/>
                <a:ea typeface="Times New Roman"/>
                <a:cs typeface="Times New Roman"/>
                <a:sym typeface="Times New Roman"/>
              </a:rPr>
              <a:t>esource </a:t>
            </a:r>
            <a:r>
              <a:rPr lang="en-US" sz="3700">
                <a:latin typeface="Times New Roman"/>
                <a:ea typeface="Times New Roman"/>
                <a:cs typeface="Times New Roman"/>
                <a:sym typeface="Times New Roman"/>
              </a:rPr>
              <a:t>N</a:t>
            </a:r>
            <a:r>
              <a:rPr b="0" i="0" lang="en-US" sz="3700" u="none" cap="none" strike="noStrike">
                <a:solidFill>
                  <a:srgbClr val="000000"/>
                </a:solidFill>
                <a:latin typeface="Times New Roman"/>
                <a:ea typeface="Times New Roman"/>
                <a:cs typeface="Times New Roman"/>
                <a:sym typeface="Times New Roman"/>
              </a:rPr>
              <a:t>otes </a:t>
            </a:r>
            <a:endParaRPr b="0" i="0" sz="3800" u="none" cap="none" strike="noStrike">
              <a:solidFill>
                <a:srgbClr val="000000"/>
              </a:solidFill>
              <a:latin typeface="Arial"/>
              <a:ea typeface="Arial"/>
              <a:cs typeface="Arial"/>
              <a:sym typeface="Arial"/>
            </a:endParaRPr>
          </a:p>
        </p:txBody>
      </p:sp>
      <p:sp>
        <p:nvSpPr>
          <p:cNvPr id="75" name="Google Shape;75;p1"/>
          <p:cNvSpPr txBox="1"/>
          <p:nvPr/>
        </p:nvSpPr>
        <p:spPr>
          <a:xfrm>
            <a:off x="4529630" y="24913587"/>
            <a:ext cx="5238900" cy="1459800"/>
          </a:xfrm>
          <a:prstGeom prst="rect">
            <a:avLst/>
          </a:prstGeom>
          <a:blipFill rotWithShape="1">
            <a:blip r:embed="rId14">
              <a:alphaModFix/>
            </a:blip>
            <a:stretch>
              <a:fillRect b="0" l="-4655" r="0" t="0"/>
            </a:stretch>
          </a:blipFill>
          <a:ln>
            <a:noFill/>
          </a:ln>
        </p:spPr>
        <p:txBody>
          <a:bodyPr anchorCtr="0" anchor="t" bIns="41900" lIns="83800" spcFirstLastPara="1" rIns="83800" wrap="square" tIns="41900">
            <a:noAutofit/>
          </a:bodyPr>
          <a:lstStyle/>
          <a:p>
            <a:pPr indent="0" lvl="0" marL="0" marR="0" rtl="0" algn="l">
              <a:lnSpc>
                <a:spcPct val="100000"/>
              </a:lnSpc>
              <a:spcBef>
                <a:spcPts val="0"/>
              </a:spcBef>
              <a:spcAft>
                <a:spcPts val="0"/>
              </a:spcAft>
              <a:buNone/>
            </a:pPr>
            <a:r>
              <a:rPr b="0" i="0" lang="en-US" sz="1300" u="none" cap="none" strike="noStrike">
                <a:latin typeface="Arial"/>
                <a:ea typeface="Arial"/>
                <a:cs typeface="Arial"/>
                <a:sym typeface="Arial"/>
              </a:rPr>
              <a:t> </a:t>
            </a:r>
            <a:endParaRPr sz="1300"/>
          </a:p>
        </p:txBody>
      </p:sp>
      <p:sp>
        <p:nvSpPr>
          <p:cNvPr id="76" name="Google Shape;76;p1"/>
          <p:cNvSpPr txBox="1"/>
          <p:nvPr/>
        </p:nvSpPr>
        <p:spPr>
          <a:xfrm>
            <a:off x="16021385" y="7365788"/>
            <a:ext cx="7212600" cy="6180000"/>
          </a:xfrm>
          <a:prstGeom prst="rect">
            <a:avLst/>
          </a:prstGeom>
          <a:noFill/>
          <a:ln>
            <a:noFill/>
          </a:ln>
        </p:spPr>
        <p:txBody>
          <a:bodyPr anchorCtr="0" anchor="t" bIns="41900" lIns="83800" spcFirstLastPara="1" rIns="83800" wrap="square" tIns="41900">
            <a:spAutoFit/>
          </a:bodyPr>
          <a:lstStyle/>
          <a:p>
            <a:pPr indent="-387350" lvl="0" marL="419100" marR="0" rtl="0" algn="just">
              <a:lnSpc>
                <a:spcPct val="100000"/>
              </a:lnSpc>
              <a:spcBef>
                <a:spcPts val="0"/>
              </a:spcBef>
              <a:spcAft>
                <a:spcPts val="0"/>
              </a:spcAft>
              <a:buClr>
                <a:schemeClr val="dk1"/>
              </a:buClr>
              <a:buSzPts val="3300"/>
              <a:buFont typeface="Blinker"/>
              <a:buChar char="●"/>
            </a:pPr>
            <a:r>
              <a:rPr b="0" i="0" lang="en-US" sz="3300" u="none" cap="none" strike="noStrike">
                <a:solidFill>
                  <a:schemeClr val="dk1"/>
                </a:solidFill>
                <a:latin typeface="Times New Roman"/>
                <a:ea typeface="Times New Roman"/>
                <a:cs typeface="Times New Roman"/>
                <a:sym typeface="Times New Roman"/>
              </a:rPr>
              <a:t>Most patients (100 with food and 92 with transport needs) have a food or transportation need indicated in the resource notes</a:t>
            </a:r>
            <a:endParaRPr b="0" i="0" sz="3300" u="none" cap="none" strike="noStrike">
              <a:solidFill>
                <a:schemeClr val="dk1"/>
              </a:solidFill>
              <a:latin typeface="Times New Roman"/>
              <a:ea typeface="Times New Roman"/>
              <a:cs typeface="Times New Roman"/>
              <a:sym typeface="Times New Roman"/>
            </a:endParaRPr>
          </a:p>
          <a:p>
            <a:pPr indent="0" lvl="0" marL="419100" marR="0" rtl="0" algn="just">
              <a:lnSpc>
                <a:spcPct val="100000"/>
              </a:lnSpc>
              <a:spcBef>
                <a:spcPts val="0"/>
              </a:spcBef>
              <a:spcAft>
                <a:spcPts val="0"/>
              </a:spcAft>
              <a:buNone/>
            </a:pPr>
            <a:r>
              <a:t/>
            </a:r>
            <a:endParaRPr sz="3300">
              <a:solidFill>
                <a:schemeClr val="dk1"/>
              </a:solidFill>
              <a:latin typeface="Times New Roman"/>
              <a:ea typeface="Times New Roman"/>
              <a:cs typeface="Times New Roman"/>
              <a:sym typeface="Times New Roman"/>
            </a:endParaRPr>
          </a:p>
          <a:p>
            <a:pPr indent="-387350" lvl="0" marL="419100" marR="0" rtl="0" algn="just">
              <a:lnSpc>
                <a:spcPct val="100000"/>
              </a:lnSpc>
              <a:spcBef>
                <a:spcPts val="0"/>
              </a:spcBef>
              <a:spcAft>
                <a:spcPts val="0"/>
              </a:spcAft>
              <a:buClr>
                <a:schemeClr val="dk1"/>
              </a:buClr>
              <a:buSzPts val="3300"/>
              <a:buFont typeface="Blinker"/>
              <a:buChar char="●"/>
            </a:pPr>
            <a:r>
              <a:rPr b="0" i="0" lang="en-US" sz="3300" u="none" cap="none" strike="noStrike">
                <a:solidFill>
                  <a:schemeClr val="dk1"/>
                </a:solidFill>
                <a:latin typeface="Times New Roman"/>
                <a:ea typeface="Times New Roman"/>
                <a:cs typeface="Times New Roman"/>
                <a:sym typeface="Times New Roman"/>
              </a:rPr>
              <a:t>However, when </a:t>
            </a:r>
            <a:r>
              <a:rPr b="0" i="0" lang="en-US" sz="3300" u="none" cap="none" strike="noStrike">
                <a:solidFill>
                  <a:schemeClr val="dk1"/>
                </a:solidFill>
                <a:latin typeface="Times New Roman"/>
                <a:ea typeface="Times New Roman"/>
                <a:cs typeface="Times New Roman"/>
                <a:sym typeface="Times New Roman"/>
              </a:rPr>
              <a:t>they</a:t>
            </a:r>
            <a:r>
              <a:rPr b="0" i="0" lang="en-US" sz="3300" u="none" cap="none" strike="noStrike">
                <a:solidFill>
                  <a:schemeClr val="dk1"/>
                </a:solidFill>
                <a:latin typeface="Times New Roman"/>
                <a:ea typeface="Times New Roman"/>
                <a:cs typeface="Times New Roman"/>
                <a:sym typeface="Times New Roman"/>
              </a:rPr>
              <a:t> were not provided with food or transportation resources, they had the highest readmission rates</a:t>
            </a:r>
            <a:endParaRPr sz="3300">
              <a:solidFill>
                <a:schemeClr val="dk1"/>
              </a:solidFill>
              <a:latin typeface="Times New Roman"/>
              <a:ea typeface="Times New Roman"/>
              <a:cs typeface="Times New Roman"/>
              <a:sym typeface="Times New Roman"/>
            </a:endParaRPr>
          </a:p>
          <a:p>
            <a:pPr indent="0" lvl="0" marL="419100" marR="0" rtl="0" algn="just">
              <a:lnSpc>
                <a:spcPct val="100000"/>
              </a:lnSpc>
              <a:spcBef>
                <a:spcPts val="0"/>
              </a:spcBef>
              <a:spcAft>
                <a:spcPts val="0"/>
              </a:spcAft>
              <a:buNone/>
            </a:pPr>
            <a:r>
              <a:t/>
            </a:r>
            <a:endParaRPr sz="3300">
              <a:solidFill>
                <a:schemeClr val="dk1"/>
              </a:solidFill>
              <a:latin typeface="Times New Roman"/>
              <a:ea typeface="Times New Roman"/>
              <a:cs typeface="Times New Roman"/>
              <a:sym typeface="Times New Roman"/>
            </a:endParaRPr>
          </a:p>
          <a:p>
            <a:pPr indent="-387350" lvl="0" marL="419100" marR="0" rtl="0" algn="just">
              <a:lnSpc>
                <a:spcPct val="100000"/>
              </a:lnSpc>
              <a:spcBef>
                <a:spcPts val="0"/>
              </a:spcBef>
              <a:spcAft>
                <a:spcPts val="0"/>
              </a:spcAft>
              <a:buClr>
                <a:schemeClr val="dk1"/>
              </a:buClr>
              <a:buSzPts val="3300"/>
              <a:buFont typeface="Blinker"/>
              <a:buChar char="●"/>
            </a:pPr>
            <a:r>
              <a:rPr b="0" i="0" lang="en-US" sz="3300" u="none" cap="none" strike="noStrike">
                <a:solidFill>
                  <a:schemeClr val="dk1"/>
                </a:solidFill>
                <a:latin typeface="Times New Roman"/>
                <a:ea typeface="Times New Roman"/>
                <a:cs typeface="Times New Roman"/>
                <a:sym typeface="Times New Roman"/>
              </a:rPr>
              <a:t>The provision of SDoH-needed resources drastically reduces readmission rates in patients.</a:t>
            </a:r>
            <a:endParaRPr b="0" i="0" sz="33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